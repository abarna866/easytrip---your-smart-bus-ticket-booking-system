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93" r:id="rId1"/>
  </p:sldMasterIdLst>
  <p:notesMasterIdLst>
    <p:notesMasterId r:id="rId21"/>
  </p:notesMasterIdLst>
  <p:sldIdLst>
    <p:sldId id="257" r:id="rId2"/>
    <p:sldId id="258" r:id="rId3"/>
    <p:sldId id="284" r:id="rId4"/>
    <p:sldId id="267" r:id="rId5"/>
    <p:sldId id="288" r:id="rId6"/>
    <p:sldId id="268" r:id="rId7"/>
    <p:sldId id="287" r:id="rId8"/>
    <p:sldId id="285" r:id="rId9"/>
    <p:sldId id="286" r:id="rId10"/>
    <p:sldId id="290" r:id="rId11"/>
    <p:sldId id="294" r:id="rId12"/>
    <p:sldId id="295" r:id="rId13"/>
    <p:sldId id="296" r:id="rId14"/>
    <p:sldId id="297" r:id="rId15"/>
    <p:sldId id="291" r:id="rId16"/>
    <p:sldId id="292" r:id="rId17"/>
    <p:sldId id="293" r:id="rId18"/>
    <p:sldId id="289" r:id="rId19"/>
    <p:sldId id="273"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A256BA"/>
    <a:srgbClr val="0BCBC2"/>
    <a:srgbClr val="0DE9DF"/>
    <a:srgbClr val="FF3399"/>
    <a:srgbClr val="409DCC"/>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3" Type="http://schemas.openxmlformats.org/officeDocument/2006/relationships/slide" Target="slides/slide2.xml" /><Relationship Id="rId21" Type="http://schemas.openxmlformats.org/officeDocument/2006/relationships/notesMaster" Target="notesMasters/notesMaster1.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tableStyles" Target="tableStyle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theme" Target="theme/theme1.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viewProps" Target="viewProps.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BA12BF-2380-4890-A9DE-3097C2C62528}" type="datetimeFigureOut">
              <a:rPr lang="en-IN" smtClean="0"/>
              <a:t>06-06-2024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F91DE1-B03A-46EB-9479-29D63226EDFC}" type="slidenum">
              <a:rPr lang="en-IN" smtClean="0"/>
              <a:t>‹#›</a:t>
            </a:fld>
            <a:endParaRPr lang="en-IN"/>
          </a:p>
        </p:txBody>
      </p:sp>
    </p:spTree>
    <p:extLst>
      <p:ext uri="{BB962C8B-B14F-4D97-AF65-F5344CB8AC3E}">
        <p14:creationId xmlns:p14="http://schemas.microsoft.com/office/powerpoint/2010/main" val="37932790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6">
            <a:extLst>
              <a:ext uri="{FF2B5EF4-FFF2-40B4-BE49-F238E27FC236}">
                <a16:creationId xmlns:a16="http://schemas.microsoft.com/office/drawing/2014/main" id="{DE70458B-F185-48DB-AD85-3796F7DB4F8C}"/>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9pPr>
          </a:lstStyle>
          <a:p>
            <a:fld id="{943FFAAB-55BD-4260-A4E4-7D8FCB28E61B}" type="slidenum">
              <a:rPr lang="en-US" altLang="en-US">
                <a:solidFill>
                  <a:srgbClr val="000000"/>
                </a:solidFill>
                <a:latin typeface="Times New Roman" panose="02020603050405020304" pitchFamily="18" charset="0"/>
                <a:cs typeface="DejaVu Sans" charset="0"/>
              </a:rPr>
              <a:pPr/>
              <a:t>1</a:t>
            </a:fld>
            <a:endParaRPr lang="en-US" altLang="en-US">
              <a:solidFill>
                <a:srgbClr val="000000"/>
              </a:solidFill>
              <a:latin typeface="Times New Roman" panose="02020603050405020304" pitchFamily="18" charset="0"/>
              <a:cs typeface="DejaVu Sans" charset="0"/>
            </a:endParaRPr>
          </a:p>
        </p:txBody>
      </p:sp>
      <p:sp>
        <p:nvSpPr>
          <p:cNvPr id="6147" name="Rectangle 1">
            <a:extLst>
              <a:ext uri="{FF2B5EF4-FFF2-40B4-BE49-F238E27FC236}">
                <a16:creationId xmlns:a16="http://schemas.microsoft.com/office/drawing/2014/main" id="{468E4D85-E32A-485E-A661-F2143B7E6251}"/>
              </a:ext>
            </a:extLst>
          </p:cNvPr>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p:spPr>
      </p:sp>
      <p:sp>
        <p:nvSpPr>
          <p:cNvPr id="6148" name="Rectangle 2">
            <a:extLst>
              <a:ext uri="{FF2B5EF4-FFF2-40B4-BE49-F238E27FC236}">
                <a16:creationId xmlns:a16="http://schemas.microsoft.com/office/drawing/2014/main" id="{DF6CCD87-E991-4187-8B98-51E783BF2FA2}"/>
              </a:ext>
            </a:extLst>
          </p:cNvPr>
          <p:cNvSpPr>
            <a:spLocks noGrp="1" noChangeArrowheads="1"/>
          </p:cNvSpPr>
          <p:nvPr>
            <p:ph type="body" idx="1"/>
          </p:nvPr>
        </p:nvSpPr>
        <p:spPr>
          <a:xfrm>
            <a:off x="777875" y="4776788"/>
            <a:ext cx="6218238" cy="4525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6">
            <a:extLst>
              <a:ext uri="{FF2B5EF4-FFF2-40B4-BE49-F238E27FC236}">
                <a16:creationId xmlns:a16="http://schemas.microsoft.com/office/drawing/2014/main" id="{323DF40D-1800-48F2-89B0-8451D73D046C}"/>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9pPr>
          </a:lstStyle>
          <a:p>
            <a:fld id="{90E773DE-2121-4534-891E-4D269B6198E4}" type="slidenum">
              <a:rPr lang="en-US" altLang="en-US">
                <a:solidFill>
                  <a:srgbClr val="000000"/>
                </a:solidFill>
                <a:latin typeface="Times New Roman" panose="02020603050405020304" pitchFamily="18" charset="0"/>
                <a:cs typeface="DejaVu Sans" charset="0"/>
              </a:rPr>
              <a:pPr/>
              <a:t>2</a:t>
            </a:fld>
            <a:endParaRPr lang="en-US" altLang="en-US">
              <a:solidFill>
                <a:srgbClr val="000000"/>
              </a:solidFill>
              <a:latin typeface="Times New Roman" panose="02020603050405020304" pitchFamily="18" charset="0"/>
              <a:cs typeface="DejaVu Sans" charset="0"/>
            </a:endParaRPr>
          </a:p>
        </p:txBody>
      </p:sp>
      <p:sp>
        <p:nvSpPr>
          <p:cNvPr id="8195" name="Rectangle 1">
            <a:extLst>
              <a:ext uri="{FF2B5EF4-FFF2-40B4-BE49-F238E27FC236}">
                <a16:creationId xmlns:a16="http://schemas.microsoft.com/office/drawing/2014/main" id="{8CB8B7FE-98D4-4BC1-AF30-2F4B2E5766CC}"/>
              </a:ext>
            </a:extLst>
          </p:cNvPr>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p:spPr>
      </p:sp>
      <p:sp>
        <p:nvSpPr>
          <p:cNvPr id="8196" name="Rectangle 2">
            <a:extLst>
              <a:ext uri="{FF2B5EF4-FFF2-40B4-BE49-F238E27FC236}">
                <a16:creationId xmlns:a16="http://schemas.microsoft.com/office/drawing/2014/main" id="{B0E2CBEC-FF7E-446A-8770-6539CBEDA36D}"/>
              </a:ext>
            </a:extLst>
          </p:cNvPr>
          <p:cNvSpPr>
            <a:spLocks noGrp="1" noChangeArrowheads="1"/>
          </p:cNvSpPr>
          <p:nvPr>
            <p:ph type="body" idx="1"/>
          </p:nvPr>
        </p:nvSpPr>
        <p:spPr>
          <a:xfrm>
            <a:off x="777875" y="4776788"/>
            <a:ext cx="6218238" cy="4525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458" name="Rectangle 6">
            <a:extLst>
              <a:ext uri="{FF2B5EF4-FFF2-40B4-BE49-F238E27FC236}">
                <a16:creationId xmlns:a16="http://schemas.microsoft.com/office/drawing/2014/main" id="{ADD78955-C1FE-40D4-96C8-D83EED03293E}"/>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9pPr>
          </a:lstStyle>
          <a:p>
            <a:fld id="{7A5B735F-393F-43E2-80B7-0979301583BB}" type="slidenum">
              <a:rPr lang="en-US" altLang="en-US">
                <a:solidFill>
                  <a:srgbClr val="000000"/>
                </a:solidFill>
                <a:latin typeface="Times New Roman" panose="02020603050405020304" pitchFamily="18" charset="0"/>
                <a:cs typeface="DejaVu Sans" charset="0"/>
              </a:rPr>
              <a:pPr/>
              <a:t>3</a:t>
            </a:fld>
            <a:endParaRPr lang="en-US" altLang="en-US">
              <a:solidFill>
                <a:srgbClr val="000000"/>
              </a:solidFill>
              <a:latin typeface="Times New Roman" panose="02020603050405020304" pitchFamily="18" charset="0"/>
              <a:cs typeface="DejaVu Sans" charset="0"/>
            </a:endParaRPr>
          </a:p>
        </p:txBody>
      </p:sp>
      <p:sp>
        <p:nvSpPr>
          <p:cNvPr id="19459" name="Rectangle 1">
            <a:extLst>
              <a:ext uri="{FF2B5EF4-FFF2-40B4-BE49-F238E27FC236}">
                <a16:creationId xmlns:a16="http://schemas.microsoft.com/office/drawing/2014/main" id="{C5941417-7B8B-45B9-A1EA-25E1C6DB8D11}"/>
              </a:ext>
            </a:extLst>
          </p:cNvPr>
          <p:cNvSpPr>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p:spPr>
      </p:sp>
      <p:sp>
        <p:nvSpPr>
          <p:cNvPr id="19460" name="Rectangle 2">
            <a:extLst>
              <a:ext uri="{FF2B5EF4-FFF2-40B4-BE49-F238E27FC236}">
                <a16:creationId xmlns:a16="http://schemas.microsoft.com/office/drawing/2014/main" id="{37FADAFF-EC84-4B75-AF76-DFFFC331AA56}"/>
              </a:ext>
            </a:extLst>
          </p:cNvPr>
          <p:cNvSpPr>
            <a:spLocks noGrp="1" noChangeArrowheads="1"/>
          </p:cNvSpPr>
          <p:nvPr>
            <p:ph type="body" idx="1"/>
          </p:nvPr>
        </p:nvSpPr>
        <p:spPr>
          <a:xfrm>
            <a:off x="777875" y="4776788"/>
            <a:ext cx="6218238" cy="4525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8968370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458" name="Rectangle 6">
            <a:extLst>
              <a:ext uri="{FF2B5EF4-FFF2-40B4-BE49-F238E27FC236}">
                <a16:creationId xmlns:a16="http://schemas.microsoft.com/office/drawing/2014/main" id="{ADD78955-C1FE-40D4-96C8-D83EED03293E}"/>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9pPr>
          </a:lstStyle>
          <a:p>
            <a:fld id="{7A5B735F-393F-43E2-80B7-0979301583BB}" type="slidenum">
              <a:rPr lang="en-US" altLang="en-US">
                <a:solidFill>
                  <a:srgbClr val="000000"/>
                </a:solidFill>
                <a:latin typeface="Times New Roman" panose="02020603050405020304" pitchFamily="18" charset="0"/>
                <a:cs typeface="DejaVu Sans" charset="0"/>
              </a:rPr>
              <a:pPr/>
              <a:t>4</a:t>
            </a:fld>
            <a:endParaRPr lang="en-US" altLang="en-US">
              <a:solidFill>
                <a:srgbClr val="000000"/>
              </a:solidFill>
              <a:latin typeface="Times New Roman" panose="02020603050405020304" pitchFamily="18" charset="0"/>
              <a:cs typeface="DejaVu Sans" charset="0"/>
            </a:endParaRPr>
          </a:p>
        </p:txBody>
      </p:sp>
      <p:sp>
        <p:nvSpPr>
          <p:cNvPr id="19459" name="Rectangle 1">
            <a:extLst>
              <a:ext uri="{FF2B5EF4-FFF2-40B4-BE49-F238E27FC236}">
                <a16:creationId xmlns:a16="http://schemas.microsoft.com/office/drawing/2014/main" id="{C5941417-7B8B-45B9-A1EA-25E1C6DB8D11}"/>
              </a:ext>
            </a:extLst>
          </p:cNvPr>
          <p:cNvSpPr>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p:spPr>
      </p:sp>
      <p:sp>
        <p:nvSpPr>
          <p:cNvPr id="19460" name="Rectangle 2">
            <a:extLst>
              <a:ext uri="{FF2B5EF4-FFF2-40B4-BE49-F238E27FC236}">
                <a16:creationId xmlns:a16="http://schemas.microsoft.com/office/drawing/2014/main" id="{37FADAFF-EC84-4B75-AF76-DFFFC331AA56}"/>
              </a:ext>
            </a:extLst>
          </p:cNvPr>
          <p:cNvSpPr>
            <a:spLocks noGrp="1" noChangeArrowheads="1"/>
          </p:cNvSpPr>
          <p:nvPr>
            <p:ph type="body" idx="1"/>
          </p:nvPr>
        </p:nvSpPr>
        <p:spPr>
          <a:xfrm>
            <a:off x="777875" y="4776788"/>
            <a:ext cx="6218238" cy="4525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506" name="Rectangle 6">
            <a:extLst>
              <a:ext uri="{FF2B5EF4-FFF2-40B4-BE49-F238E27FC236}">
                <a16:creationId xmlns:a16="http://schemas.microsoft.com/office/drawing/2014/main" id="{700B34B3-F11D-401F-AE5A-0CDCF245697D}"/>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9pPr>
          </a:lstStyle>
          <a:p>
            <a:fld id="{CDF72DBD-CD55-4242-88CA-B9CE0ADBB4A8}" type="slidenum">
              <a:rPr lang="en-US" altLang="en-US">
                <a:solidFill>
                  <a:srgbClr val="000000"/>
                </a:solidFill>
                <a:latin typeface="Times New Roman" panose="02020603050405020304" pitchFamily="18" charset="0"/>
                <a:cs typeface="DejaVu Sans" charset="0"/>
              </a:rPr>
              <a:pPr/>
              <a:t>6</a:t>
            </a:fld>
            <a:endParaRPr lang="en-US" altLang="en-US">
              <a:solidFill>
                <a:srgbClr val="000000"/>
              </a:solidFill>
              <a:latin typeface="Times New Roman" panose="02020603050405020304" pitchFamily="18" charset="0"/>
              <a:cs typeface="DejaVu Sans" charset="0"/>
            </a:endParaRPr>
          </a:p>
        </p:txBody>
      </p:sp>
      <p:sp>
        <p:nvSpPr>
          <p:cNvPr id="21507" name="Rectangle 1">
            <a:extLst>
              <a:ext uri="{FF2B5EF4-FFF2-40B4-BE49-F238E27FC236}">
                <a16:creationId xmlns:a16="http://schemas.microsoft.com/office/drawing/2014/main" id="{148635A5-0162-482E-B90D-94496DF27DC8}"/>
              </a:ext>
            </a:extLst>
          </p:cNvPr>
          <p:cNvSpPr>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p:spPr>
      </p:sp>
      <p:sp>
        <p:nvSpPr>
          <p:cNvPr id="21508" name="Rectangle 2">
            <a:extLst>
              <a:ext uri="{FF2B5EF4-FFF2-40B4-BE49-F238E27FC236}">
                <a16:creationId xmlns:a16="http://schemas.microsoft.com/office/drawing/2014/main" id="{94F9F38F-4E38-43CB-9112-F63FDBAC06C8}"/>
              </a:ext>
            </a:extLst>
          </p:cNvPr>
          <p:cNvSpPr>
            <a:spLocks noGrp="1" noChangeArrowheads="1"/>
          </p:cNvSpPr>
          <p:nvPr>
            <p:ph type="body" idx="1"/>
          </p:nvPr>
        </p:nvSpPr>
        <p:spPr>
          <a:xfrm>
            <a:off x="777875" y="4776788"/>
            <a:ext cx="6218238" cy="4525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866" name="Rectangle 6">
            <a:extLst>
              <a:ext uri="{FF2B5EF4-FFF2-40B4-BE49-F238E27FC236}">
                <a16:creationId xmlns:a16="http://schemas.microsoft.com/office/drawing/2014/main" id="{3DA2BD8A-69E4-4109-9376-BB9CAFF25ACF}"/>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9pPr>
          </a:lstStyle>
          <a:p>
            <a:fld id="{5F561648-146D-47FD-B529-EC509853122C}" type="slidenum">
              <a:rPr lang="en-US" altLang="en-US">
                <a:solidFill>
                  <a:srgbClr val="000000"/>
                </a:solidFill>
                <a:latin typeface="Times New Roman" panose="02020603050405020304" pitchFamily="18" charset="0"/>
                <a:cs typeface="DejaVu Sans" charset="0"/>
              </a:rPr>
              <a:pPr/>
              <a:t>19</a:t>
            </a:fld>
            <a:endParaRPr lang="en-US" altLang="en-US">
              <a:solidFill>
                <a:srgbClr val="000000"/>
              </a:solidFill>
              <a:latin typeface="Times New Roman" panose="02020603050405020304" pitchFamily="18" charset="0"/>
              <a:cs typeface="DejaVu Sans" charset="0"/>
            </a:endParaRPr>
          </a:p>
        </p:txBody>
      </p:sp>
      <p:sp>
        <p:nvSpPr>
          <p:cNvPr id="36867" name="Rectangle 1">
            <a:extLst>
              <a:ext uri="{FF2B5EF4-FFF2-40B4-BE49-F238E27FC236}">
                <a16:creationId xmlns:a16="http://schemas.microsoft.com/office/drawing/2014/main" id="{D5F9E9D7-7723-4503-AB02-FE828231E08F}"/>
              </a:ext>
            </a:extLst>
          </p:cNvPr>
          <p:cNvSpPr>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p:spPr>
      </p:sp>
      <p:sp>
        <p:nvSpPr>
          <p:cNvPr id="36868" name="Rectangle 2">
            <a:extLst>
              <a:ext uri="{FF2B5EF4-FFF2-40B4-BE49-F238E27FC236}">
                <a16:creationId xmlns:a16="http://schemas.microsoft.com/office/drawing/2014/main" id="{6DA026BC-D0FD-4BA6-A806-A13BF79123DE}"/>
              </a:ext>
            </a:extLst>
          </p:cNvPr>
          <p:cNvSpPr>
            <a:spLocks noGrp="1" noChangeArrowheads="1"/>
          </p:cNvSpPr>
          <p:nvPr>
            <p:ph type="body" idx="1"/>
          </p:nvPr>
        </p:nvSpPr>
        <p:spPr>
          <a:xfrm>
            <a:off x="777875" y="4776788"/>
            <a:ext cx="6218238" cy="4525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15924AB-9F36-4178-90AC-C49D492A1C56}" type="datetimeFigureOut">
              <a:rPr lang="en-IN" smtClean="0"/>
              <a:t>06-06-2024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445863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5924AB-9F36-4178-90AC-C49D492A1C56}" type="datetimeFigureOut">
              <a:rPr lang="en-IN" smtClean="0"/>
              <a:t>06-06-2024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16936856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5924AB-9F36-4178-90AC-C49D492A1C56}" type="datetimeFigureOut">
              <a:rPr lang="en-IN" smtClean="0"/>
              <a:t>06-06-2024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3376097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15924AB-9F36-4178-90AC-C49D492A1C56}" type="datetimeFigureOut">
              <a:rPr lang="en-IN" smtClean="0"/>
              <a:t>06-06-2024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4217477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15924AB-9F36-4178-90AC-C49D492A1C56}" type="datetimeFigureOut">
              <a:rPr lang="en-IN" smtClean="0"/>
              <a:t>06-06-2024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10960378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15924AB-9F36-4178-90AC-C49D492A1C56}" type="datetimeFigureOut">
              <a:rPr lang="en-IN" smtClean="0"/>
              <a:t>06-06-2024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36266093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15924AB-9F36-4178-90AC-C49D492A1C56}" type="datetimeFigureOut">
              <a:rPr lang="en-IN" smtClean="0"/>
              <a:t>06-06-2024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27985190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15924AB-9F36-4178-90AC-C49D492A1C56}" type="datetimeFigureOut">
              <a:rPr lang="en-IN" smtClean="0"/>
              <a:t>06-06-2024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2668850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6A3748-EDEB-4F86-8B3C-520549F7612D}" type="slidenum">
              <a:rPr lang="en-IN" smtClean="0"/>
              <a:t>‹#›</a:t>
            </a:fld>
            <a:endParaRPr lang="en-IN"/>
          </a:p>
        </p:txBody>
      </p:sp>
      <p:sp>
        <p:nvSpPr>
          <p:cNvPr id="5" name="Date Placeholder 4"/>
          <p:cNvSpPr>
            <a:spLocks noGrp="1"/>
          </p:cNvSpPr>
          <p:nvPr>
            <p:ph type="dt" sz="half" idx="10"/>
          </p:nvPr>
        </p:nvSpPr>
        <p:spPr/>
        <p:txBody>
          <a:bodyPr/>
          <a:lstStyle/>
          <a:p>
            <a:fld id="{615924AB-9F36-4178-90AC-C49D492A1C56}" type="datetimeFigureOut">
              <a:rPr lang="en-IN" smtClean="0"/>
              <a:t>06-06-2024</a:t>
            </a:fld>
            <a:endParaRPr lang="en-IN"/>
          </a:p>
        </p:txBody>
      </p:sp>
    </p:spTree>
    <p:extLst>
      <p:ext uri="{BB962C8B-B14F-4D97-AF65-F5344CB8AC3E}">
        <p14:creationId xmlns:p14="http://schemas.microsoft.com/office/powerpoint/2010/main" val="37214625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5924AB-9F36-4178-90AC-C49D492A1C56}" type="datetimeFigureOut">
              <a:rPr lang="en-IN" smtClean="0"/>
              <a:t>06-06-2024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20350384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5924AB-9F36-4178-90AC-C49D492A1C56}" type="datetimeFigureOut">
              <a:rPr lang="en-IN" smtClean="0"/>
              <a:t>06-06-2024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6A3748-EDEB-4F86-8B3C-520549F7612D}"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9342642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5924AB-9F36-4178-90AC-C49D492A1C56}" type="datetimeFigureOut">
              <a:rPr lang="en-IN" smtClean="0"/>
              <a:t>06-06-2024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26248271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5924AB-9F36-4178-90AC-C49D492A1C56}" type="datetimeFigureOut">
              <a:rPr lang="en-IN" smtClean="0"/>
              <a:t>06-06-2024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6A3748-EDEB-4F86-8B3C-520549F7612D}"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868802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5924AB-9F36-4178-90AC-C49D492A1C56}" type="datetimeFigureOut">
              <a:rPr lang="en-IN" smtClean="0"/>
              <a:t>06-06-2024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27298962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5924AB-9F36-4178-90AC-C49D492A1C56}" type="datetimeFigureOut">
              <a:rPr lang="en-IN" smtClean="0"/>
              <a:t>06-06-2024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17109929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5924AB-9F36-4178-90AC-C49D492A1C56}" type="datetimeFigureOut">
              <a:rPr lang="en-IN" smtClean="0"/>
              <a:t>06-06-2024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6A3748-EDEB-4F86-8B3C-520549F7612D}" type="slidenum">
              <a:rPr lang="en-IN" smtClean="0"/>
              <a:t>‹#›</a:t>
            </a:fld>
            <a:endParaRPr lang="en-IN"/>
          </a:p>
        </p:txBody>
      </p:sp>
    </p:spTree>
    <p:extLst>
      <p:ext uri="{BB962C8B-B14F-4D97-AF65-F5344CB8AC3E}">
        <p14:creationId xmlns:p14="http://schemas.microsoft.com/office/powerpoint/2010/main" val="19289827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914401" y="2130425"/>
            <a:ext cx="10361084" cy="1468438"/>
          </a:xfrm>
        </p:spPr>
        <p:txBody>
          <a:bodyPr/>
          <a:lstStyle/>
          <a:p>
            <a:r>
              <a:rPr lang="en-US"/>
              <a:t>Click to edit Master title style</a:t>
            </a:r>
          </a:p>
        </p:txBody>
      </p:sp>
      <p:sp>
        <p:nvSpPr>
          <p:cNvPr id="3" name="Rectangle 2">
            <a:extLst>
              <a:ext uri="{FF2B5EF4-FFF2-40B4-BE49-F238E27FC236}">
                <a16:creationId xmlns:a16="http://schemas.microsoft.com/office/drawing/2014/main" id="{5EFD2757-5863-4F7E-A9A8-D6E218C07F09}"/>
              </a:ext>
            </a:extLst>
          </p:cNvPr>
          <p:cNvSpPr>
            <a:spLocks noGrp="1" noChangeArrowheads="1"/>
          </p:cNvSpPr>
          <p:nvPr>
            <p:ph type="dt" idx="10"/>
          </p:nvPr>
        </p:nvSpPr>
        <p:spPr>
          <a:ln/>
        </p:spPr>
        <p:txBody>
          <a:bodyPr/>
          <a:lstStyle>
            <a:lvl1pPr>
              <a:defRPr/>
            </a:lvl1pPr>
          </a:lstStyle>
          <a:p>
            <a:pPr>
              <a:defRPr/>
            </a:pPr>
            <a:r>
              <a:rPr lang="en-US"/>
              <a:t>2/7/20</a:t>
            </a:r>
          </a:p>
        </p:txBody>
      </p:sp>
      <p:sp>
        <p:nvSpPr>
          <p:cNvPr id="4" name="Rectangle 4">
            <a:extLst>
              <a:ext uri="{FF2B5EF4-FFF2-40B4-BE49-F238E27FC236}">
                <a16:creationId xmlns:a16="http://schemas.microsoft.com/office/drawing/2014/main" id="{1577BD60-6440-49BB-95F9-FA915E90D2C1}"/>
              </a:ext>
            </a:extLst>
          </p:cNvPr>
          <p:cNvSpPr>
            <a:spLocks noGrp="1" noChangeArrowheads="1"/>
          </p:cNvSpPr>
          <p:nvPr>
            <p:ph type="sldNum" idx="11"/>
          </p:nvPr>
        </p:nvSpPr>
        <p:spPr>
          <a:ln/>
        </p:spPr>
        <p:txBody>
          <a:bodyPr/>
          <a:lstStyle>
            <a:lvl1pPr>
              <a:defRPr/>
            </a:lvl1pPr>
          </a:lstStyle>
          <a:p>
            <a:pPr>
              <a:defRPr/>
            </a:pPr>
            <a:fld id="{B0B1F0C1-FE4D-47C4-BFD4-577E77A4BE46}" type="slidenum">
              <a:rPr lang="en-US" altLang="en-US"/>
              <a:pPr>
                <a:defRPr/>
              </a:pPr>
              <a:t>‹#›</a:t>
            </a:fld>
            <a:endParaRPr lang="en-US" altLang="en-US"/>
          </a:p>
        </p:txBody>
      </p:sp>
    </p:spTree>
    <p:extLst>
      <p:ext uri="{BB962C8B-B14F-4D97-AF65-F5344CB8AC3E}">
        <p14:creationId xmlns:p14="http://schemas.microsoft.com/office/powerpoint/2010/main" val="5852048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15924AB-9F36-4178-90AC-C49D492A1C56}" type="datetimeFigureOut">
              <a:rPr lang="en-IN" smtClean="0"/>
              <a:t>06-06-2024</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A66A3748-EDEB-4F86-8B3C-520549F7612D}" type="slidenum">
              <a:rPr lang="en-IN" smtClean="0"/>
              <a:t>‹#›</a:t>
            </a:fld>
            <a:endParaRPr lang="en-IN"/>
          </a:p>
        </p:txBody>
      </p:sp>
    </p:spTree>
    <p:extLst>
      <p:ext uri="{BB962C8B-B14F-4D97-AF65-F5344CB8AC3E}">
        <p14:creationId xmlns:p14="http://schemas.microsoft.com/office/powerpoint/2010/main" val="697810285"/>
      </p:ext>
    </p:extLst>
  </p:cSld>
  <p:clrMap bg1="lt1" tx1="dk1" bg2="lt2" tx2="dk2" accent1="accent1" accent2="accent2" accent3="accent3" accent4="accent4" accent5="accent5" accent6="accent6" hlink="hlink" folHlink="folHlink"/>
  <p:sldLayoutIdLst>
    <p:sldLayoutId id="2147484194" r:id="rId1"/>
    <p:sldLayoutId id="2147484195" r:id="rId2"/>
    <p:sldLayoutId id="2147484196" r:id="rId3"/>
    <p:sldLayoutId id="2147484197" r:id="rId4"/>
    <p:sldLayoutId id="2147484198" r:id="rId5"/>
    <p:sldLayoutId id="2147484199" r:id="rId6"/>
    <p:sldLayoutId id="2147484200" r:id="rId7"/>
    <p:sldLayoutId id="2147484201" r:id="rId8"/>
    <p:sldLayoutId id="2147484202" r:id="rId9"/>
    <p:sldLayoutId id="2147484203" r:id="rId10"/>
    <p:sldLayoutId id="2147484204" r:id="rId11"/>
    <p:sldLayoutId id="2147484205" r:id="rId12"/>
    <p:sldLayoutId id="2147484206" r:id="rId13"/>
    <p:sldLayoutId id="2147484207" r:id="rId14"/>
    <p:sldLayoutId id="2147484208" r:id="rId15"/>
    <p:sldLayoutId id="2147484209" r:id="rId16"/>
    <p:sldLayoutId id="2147484210" r:id="rId17"/>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xml" /><Relationship Id="rId1" Type="http://schemas.openxmlformats.org/officeDocument/2006/relationships/slideLayout" Target="../slideLayouts/slideLayout17.xml" /><Relationship Id="rId4" Type="http://schemas.openxmlformats.org/officeDocument/2006/relationships/image" Target="../media/image2.png" /></Relationships>
</file>

<file path=ppt/slides/_rels/slide2.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2.xml" /><Relationship Id="rId1" Type="http://schemas.openxmlformats.org/officeDocument/2006/relationships/slideLayout" Target="../slideLayouts/slideLayout2.xml" /><Relationship Id="rId4" Type="http://schemas.openxmlformats.org/officeDocument/2006/relationships/image" Target="../media/image2.png" /></Relationships>
</file>

<file path=ppt/slides/_rels/slide3.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3.xml" /><Relationship Id="rId1" Type="http://schemas.openxmlformats.org/officeDocument/2006/relationships/slideLayout" Target="../slideLayouts/slideLayout7.xml" /><Relationship Id="rId4" Type="http://schemas.openxmlformats.org/officeDocument/2006/relationships/image" Target="../media/image2.png" /></Relationships>
</file>

<file path=ppt/slides/_rels/slide4.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4.xml" /><Relationship Id="rId1" Type="http://schemas.openxmlformats.org/officeDocument/2006/relationships/slideLayout" Target="../slideLayouts/slideLayout7.xml" /><Relationship Id="rId5" Type="http://schemas.openxmlformats.org/officeDocument/2006/relationships/image" Target="../media/image3.png" /><Relationship Id="rId4" Type="http://schemas.openxmlformats.org/officeDocument/2006/relationships/image" Target="../media/image2.png" /></Relationships>
</file>

<file path=ppt/slides/_rels/slide5.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png" /><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5.xml" /><Relationship Id="rId1" Type="http://schemas.openxmlformats.org/officeDocument/2006/relationships/slideLayout" Target="../slideLayouts/slideLayout2.xml" /><Relationship Id="rId4" Type="http://schemas.openxmlformats.org/officeDocument/2006/relationships/image" Target="../media/image2.png" /></Relationships>
</file>

<file path=ppt/slides/_rels/slide7.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png" /><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png" /><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png" /><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image" Target="../media/image4.png" /><Relationship Id="rId1" Type="http://schemas.openxmlformats.org/officeDocument/2006/relationships/slideLayout" Target="../slideLayouts/slideLayout7.xml" /><Relationship Id="rId4" Type="http://schemas.openxmlformats.org/officeDocument/2006/relationships/image" Target="../media/image2.png" /></Relationships>
</file>

<file path=ppt/slides/_rels/slide1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image" Target="../media/image5.png" /><Relationship Id="rId1" Type="http://schemas.openxmlformats.org/officeDocument/2006/relationships/slideLayout" Target="../slideLayouts/slideLayout7.xml" /><Relationship Id="rId4" Type="http://schemas.openxmlformats.org/officeDocument/2006/relationships/image" Target="../media/image2.png" /></Relationships>
</file>

<file path=ppt/slides/_rels/slide12.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image" Target="../media/image6.png" /><Relationship Id="rId1" Type="http://schemas.openxmlformats.org/officeDocument/2006/relationships/slideLayout" Target="../slideLayouts/slideLayout7.xml" /><Relationship Id="rId4" Type="http://schemas.openxmlformats.org/officeDocument/2006/relationships/image" Target="../media/image2.png" /></Relationships>
</file>

<file path=ppt/slides/_rels/slide13.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image" Target="../media/image7.png" /><Relationship Id="rId1" Type="http://schemas.openxmlformats.org/officeDocument/2006/relationships/slideLayout" Target="../slideLayouts/slideLayout7.xml" /><Relationship Id="rId4" Type="http://schemas.openxmlformats.org/officeDocument/2006/relationships/image" Target="../media/image2.png" /></Relationships>
</file>

<file path=ppt/slides/_rels/slide14.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image" Target="../media/image8.png" /><Relationship Id="rId1" Type="http://schemas.openxmlformats.org/officeDocument/2006/relationships/slideLayout" Target="../slideLayouts/slideLayout7.xml" /><Relationship Id="rId4" Type="http://schemas.openxmlformats.org/officeDocument/2006/relationships/image" Target="../media/image2.png" /></Relationships>
</file>

<file path=ppt/slides/_rels/slide15.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png" /><Relationship Id="rId1" Type="http://schemas.openxmlformats.org/officeDocument/2006/relationships/slideLayout" Target="../slideLayouts/slideLayout7.xml" /></Relationships>
</file>

<file path=ppt/slides/_rels/slide16.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png" /><Relationship Id="rId1" Type="http://schemas.openxmlformats.org/officeDocument/2006/relationships/slideLayout" Target="../slideLayouts/slideLayout7.xml" /></Relationships>
</file>

<file path=ppt/slides/_rels/slide17.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png" /><Relationship Id="rId1" Type="http://schemas.openxmlformats.org/officeDocument/2006/relationships/slideLayout" Target="../slideLayouts/slideLayout7.xml" /></Relationships>
</file>

<file path=ppt/slides/_rels/slide18.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png" /><Relationship Id="rId1" Type="http://schemas.openxmlformats.org/officeDocument/2006/relationships/slideLayout" Target="../slideLayouts/slideLayout7.xml" /></Relationships>
</file>

<file path=ppt/slides/_rels/slide19.xml.rels><?xml version="1.0" encoding="UTF-8" standalone="yes"?>
<Relationships xmlns="http://schemas.openxmlformats.org/package/2006/relationships"><Relationship Id="rId3" Type="http://schemas.openxmlformats.org/officeDocument/2006/relationships/image" Target="../media/image9.jpg" /><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F9E0E9F6-07FB-4789-A990-AC7C5BF54E0F}"/>
              </a:ext>
            </a:extLst>
          </p:cNvPr>
          <p:cNvSpPr>
            <a:spLocks noGrp="1" noChangeArrowheads="1"/>
          </p:cNvSpPr>
          <p:nvPr>
            <p:ph type="subTitle" idx="4294967295"/>
          </p:nvPr>
        </p:nvSpPr>
        <p:spPr>
          <a:xfrm>
            <a:off x="3582334" y="3219497"/>
            <a:ext cx="5292725" cy="2681287"/>
          </a:xfrm>
          <a:solidFill>
            <a:srgbClr val="FFFFFF"/>
          </a:solidFill>
        </p:spPr>
        <p:txBody>
          <a:bodyPr vert="horz" lIns="91440" tIns="45720" rIns="91440" bIns="45720" rtlCol="0">
            <a:noAutofit/>
          </a:bodyPr>
          <a:lstStyle/>
          <a:p>
            <a:pPr marL="0" indent="0">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000" b="1" dirty="0">
                <a:solidFill>
                  <a:srgbClr val="C00000"/>
                </a:solidFill>
                <a:latin typeface="Arial" panose="020B0604020202020204" pitchFamily="34" charset="0"/>
                <a:cs typeface="Arial" panose="020B0604020202020204" pitchFamily="34" charset="0"/>
              </a:rPr>
              <a:t>Presented by,</a:t>
            </a:r>
          </a:p>
          <a:p>
            <a:pPr marL="0" indent="0">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400" b="1" dirty="0">
                <a:solidFill>
                  <a:schemeClr val="tx2"/>
                </a:solidFill>
                <a:latin typeface="Arial" panose="020B0604020202020204" pitchFamily="34" charset="0"/>
                <a:cs typeface="Arial" panose="020B0604020202020204" pitchFamily="34" charset="0"/>
              </a:rPr>
              <a:t>Name</a:t>
            </a:r>
            <a:r>
              <a:rPr lang="en-US" altLang="en-US" sz="2400" b="1" dirty="0">
                <a:solidFill>
                  <a:srgbClr val="002060"/>
                </a:solidFill>
                <a:latin typeface="Arial" panose="020B0604020202020204" pitchFamily="34" charset="0"/>
                <a:cs typeface="Arial" panose="020B0604020202020204" pitchFamily="34" charset="0"/>
              </a:rPr>
              <a:t>             </a:t>
            </a:r>
            <a:r>
              <a:rPr lang="en-US" altLang="en-US" b="1" dirty="0">
                <a:solidFill>
                  <a:srgbClr val="002060"/>
                </a:solidFill>
                <a:latin typeface="Arial" panose="020B0604020202020204" pitchFamily="34" charset="0"/>
                <a:cs typeface="Arial" panose="020B0604020202020204" pitchFamily="34" charset="0"/>
              </a:rPr>
              <a:t>      </a:t>
            </a:r>
            <a:r>
              <a:rPr lang="en-US" altLang="en-US" sz="2400" b="1" dirty="0">
                <a:solidFill>
                  <a:srgbClr val="002060"/>
                </a:solidFill>
                <a:latin typeface="Arial" panose="020B0604020202020204" pitchFamily="34" charset="0"/>
                <a:cs typeface="Arial" panose="020B0604020202020204" pitchFamily="34" charset="0"/>
              </a:rPr>
              <a:t>:  ABARNA.D</a:t>
            </a:r>
          </a:p>
          <a:p>
            <a:pPr marL="0" indent="0">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400" b="1" dirty="0">
                <a:solidFill>
                  <a:schemeClr val="tx2"/>
                </a:solidFill>
                <a:latin typeface="Arial" panose="020B0604020202020204" pitchFamily="34" charset="0"/>
                <a:cs typeface="Arial" panose="020B0604020202020204" pitchFamily="34" charset="0"/>
              </a:rPr>
              <a:t>Register No.      </a:t>
            </a:r>
            <a:r>
              <a:rPr lang="en-US" altLang="en-US" sz="2400" b="1" dirty="0">
                <a:solidFill>
                  <a:srgbClr val="002060"/>
                </a:solidFill>
                <a:latin typeface="Arial" panose="020B0604020202020204" pitchFamily="34" charset="0"/>
                <a:cs typeface="Arial" panose="020B0604020202020204" pitchFamily="34" charset="0"/>
              </a:rPr>
              <a:t>:  8115U23AD002</a:t>
            </a:r>
          </a:p>
          <a:p>
            <a:pPr marL="0" indent="0">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400" b="1" dirty="0">
                <a:solidFill>
                  <a:schemeClr val="tx2"/>
                </a:solidFill>
                <a:latin typeface="Arial" panose="020B0604020202020204" pitchFamily="34" charset="0"/>
                <a:cs typeface="Arial" panose="020B0604020202020204" pitchFamily="34" charset="0"/>
              </a:rPr>
              <a:t>Roll. No.             </a:t>
            </a:r>
            <a:r>
              <a:rPr lang="en-US" altLang="en-US" sz="2400" b="1" dirty="0">
                <a:solidFill>
                  <a:srgbClr val="002060"/>
                </a:solidFill>
                <a:latin typeface="Arial" panose="020B0604020202020204" pitchFamily="34" charset="0"/>
                <a:cs typeface="Arial" panose="020B0604020202020204" pitchFamily="34" charset="0"/>
              </a:rPr>
              <a:t>:  AD2302</a:t>
            </a:r>
          </a:p>
          <a:p>
            <a:pPr marL="0" indent="0">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400" b="1" dirty="0">
                <a:solidFill>
                  <a:schemeClr val="tx2"/>
                </a:solidFill>
                <a:latin typeface="Arial" panose="020B0604020202020204" pitchFamily="34" charset="0"/>
                <a:cs typeface="Arial" panose="020B0604020202020204" pitchFamily="34" charset="0"/>
              </a:rPr>
              <a:t>Year &amp; Section  </a:t>
            </a:r>
            <a:r>
              <a:rPr lang="en-US" altLang="en-US" sz="2400" b="1" dirty="0">
                <a:solidFill>
                  <a:srgbClr val="002060"/>
                </a:solidFill>
                <a:latin typeface="Arial" panose="020B0604020202020204" pitchFamily="34" charset="0"/>
                <a:cs typeface="Arial" panose="020B0604020202020204" pitchFamily="34" charset="0"/>
              </a:rPr>
              <a:t>:  I – AI&amp;DS / E</a:t>
            </a:r>
            <a:endParaRPr lang="en-US" altLang="en-US" sz="1800" b="1" dirty="0">
              <a:solidFill>
                <a:srgbClr val="002060"/>
              </a:solidFill>
              <a:latin typeface="Arial" panose="020B0604020202020204" pitchFamily="34" charset="0"/>
              <a:cs typeface="Arial" panose="020B0604020202020204" pitchFamily="34" charset="0"/>
            </a:endParaRPr>
          </a:p>
          <a:p>
            <a:pPr marL="0" indent="0" algn="ctr">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1800" b="1" dirty="0">
              <a:solidFill>
                <a:srgbClr val="002060"/>
              </a:solidFill>
              <a:latin typeface="Arial" panose="020B0604020202020204" pitchFamily="34" charset="0"/>
              <a:cs typeface="Arial" panose="020B0604020202020204" pitchFamily="34" charset="0"/>
            </a:endParaRPr>
          </a:p>
          <a:p>
            <a:pPr marL="0" indent="0" algn="ctr">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1800" b="1" dirty="0">
              <a:solidFill>
                <a:srgbClr val="FF0000"/>
              </a:solidFill>
              <a:latin typeface="Arial" panose="020B0604020202020204" pitchFamily="34" charset="0"/>
              <a:cs typeface="Arial" panose="020B0604020202020204" pitchFamily="34" charset="0"/>
            </a:endParaRPr>
          </a:p>
          <a:p>
            <a:pPr marL="0" indent="0" algn="r">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1800" b="1" dirty="0">
              <a:solidFill>
                <a:srgbClr val="FF0000"/>
              </a:solidFill>
              <a:latin typeface="Arial" panose="020B0604020202020204" pitchFamily="34" charset="0"/>
              <a:cs typeface="Arial" panose="020B0604020202020204" pitchFamily="34" charset="0"/>
            </a:endParaRPr>
          </a:p>
          <a:p>
            <a:pPr marL="0" indent="0" algn="r">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1800" dirty="0">
              <a:solidFill>
                <a:srgbClr val="8B8B8B"/>
              </a:solidFill>
              <a:latin typeface="Arial" panose="020B0604020202020204" pitchFamily="34" charset="0"/>
              <a:cs typeface="Arial" panose="020B0604020202020204" pitchFamily="34" charset="0"/>
            </a:endParaRPr>
          </a:p>
          <a:p>
            <a:pPr marL="0" indent="0" algn="r">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1800" dirty="0">
              <a:solidFill>
                <a:srgbClr val="8B8B8B"/>
              </a:solidFill>
              <a:latin typeface="Arial" panose="020B0604020202020204" pitchFamily="34" charset="0"/>
              <a:cs typeface="Arial" panose="020B0604020202020204" pitchFamily="34" charset="0"/>
            </a:endParaRPr>
          </a:p>
          <a:p>
            <a:pPr marL="0" indent="0" algn="r">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1800" dirty="0">
              <a:solidFill>
                <a:srgbClr val="8B8B8B"/>
              </a:solidFill>
              <a:latin typeface="Arial" panose="020B0604020202020204" pitchFamily="34" charset="0"/>
              <a:cs typeface="Arial" panose="020B0604020202020204" pitchFamily="34" charset="0"/>
            </a:endParaRPr>
          </a:p>
        </p:txBody>
      </p:sp>
      <p:sp>
        <p:nvSpPr>
          <p:cNvPr id="5123" name="Rectangle 2">
            <a:extLst>
              <a:ext uri="{FF2B5EF4-FFF2-40B4-BE49-F238E27FC236}">
                <a16:creationId xmlns:a16="http://schemas.microsoft.com/office/drawing/2014/main" id="{8A1FDFE6-6E49-4223-80FE-ED06113CEA28}"/>
              </a:ext>
            </a:extLst>
          </p:cNvPr>
          <p:cNvSpPr>
            <a:spLocks noChangeArrowheads="1"/>
          </p:cNvSpPr>
          <p:nvPr/>
        </p:nvSpPr>
        <p:spPr bwMode="auto">
          <a:xfrm>
            <a:off x="1679575" y="-1684338"/>
            <a:ext cx="3543300" cy="3514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a:lnSpc>
                <a:spcPct val="93000"/>
              </a:lnSpc>
              <a:buClr>
                <a:srgbClr val="000000"/>
              </a:buClr>
              <a:buSzPct val="100000"/>
              <a:buFont typeface="Times New Roman" panose="02020603050405020304" pitchFamily="18" charset="0"/>
              <a:buNone/>
            </a:pPr>
            <a:endParaRPr lang="en-US" altLang="en-US"/>
          </a:p>
        </p:txBody>
      </p:sp>
      <p:pic>
        <p:nvPicPr>
          <p:cNvPr id="5124" name="Picture 3">
            <a:extLst>
              <a:ext uri="{FF2B5EF4-FFF2-40B4-BE49-F238E27FC236}">
                <a16:creationId xmlns:a16="http://schemas.microsoft.com/office/drawing/2014/main" id="{3C70AA84-2F58-4D76-926D-E4FAA30262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007" y="151886"/>
            <a:ext cx="1218344" cy="11428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5125" name="Rectangle 4">
            <a:extLst>
              <a:ext uri="{FF2B5EF4-FFF2-40B4-BE49-F238E27FC236}">
                <a16:creationId xmlns:a16="http://schemas.microsoft.com/office/drawing/2014/main" id="{88983C3B-ED68-4B3B-97F3-18CD59AEFB21}"/>
              </a:ext>
            </a:extLst>
          </p:cNvPr>
          <p:cNvSpPr>
            <a:spLocks noChangeArrowheads="1"/>
          </p:cNvSpPr>
          <p:nvPr/>
        </p:nvSpPr>
        <p:spPr bwMode="auto">
          <a:xfrm>
            <a:off x="1554370" y="433631"/>
            <a:ext cx="8863520" cy="2799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square" lIns="90000" tIns="45000" rIns="90000" bIns="45000">
            <a:spAutoFit/>
          </a:bodyPr>
          <a:lstStyle>
            <a:lvl1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defRPr>
                <a:solidFill>
                  <a:schemeClr val="tx1"/>
                </a:solidFill>
                <a:latin typeface="Arial" panose="020B0604020202020204" pitchFamily="34" charset="0"/>
                <a:cs typeface="WenQuanYi Micro Hei" charset="0"/>
              </a:defRPr>
            </a:lvl9pPr>
          </a:lstStyle>
          <a:p>
            <a:pPr algn="ctr" eaLnBrk="1" hangingPunct="1">
              <a:buClr>
                <a:srgbClr val="000000"/>
              </a:buClr>
              <a:buSzPct val="100000"/>
              <a:buFont typeface="Times New Roman" panose="02020603050405020304" pitchFamily="18" charset="0"/>
              <a:buNone/>
            </a:pPr>
            <a:r>
              <a:rPr lang="en-US" altLang="en-US" sz="2800" b="1" dirty="0">
                <a:solidFill>
                  <a:srgbClr val="002060"/>
                </a:solidFill>
                <a:cs typeface="Arial" panose="020B0604020202020204" pitchFamily="34" charset="0"/>
              </a:rPr>
              <a:t>K.RAMAKRISHNAN COLLEGE OF ENGINEERING</a:t>
            </a:r>
          </a:p>
          <a:p>
            <a:pPr algn="ctr" eaLnBrk="1" hangingPunct="1">
              <a:buClr>
                <a:srgbClr val="000000"/>
              </a:buClr>
              <a:buSzPct val="100000"/>
              <a:buFont typeface="Times New Roman" panose="02020603050405020304" pitchFamily="18" charset="0"/>
              <a:buNone/>
            </a:pPr>
            <a:r>
              <a:rPr lang="en-US" altLang="en-US" b="1" dirty="0">
                <a:solidFill>
                  <a:srgbClr val="FF0066"/>
                </a:solidFill>
                <a:cs typeface="Arial" panose="020B0604020202020204" pitchFamily="34" charset="0"/>
              </a:rPr>
              <a:t>(</a:t>
            </a:r>
            <a:r>
              <a:rPr lang="en-US" altLang="en-US" b="1" dirty="0">
                <a:solidFill>
                  <a:schemeClr val="accent2">
                    <a:lumMod val="75000"/>
                  </a:schemeClr>
                </a:solidFill>
                <a:cs typeface="Arial" panose="020B0604020202020204" pitchFamily="34" charset="0"/>
              </a:rPr>
              <a:t>AUTONOMOUS</a:t>
            </a:r>
            <a:r>
              <a:rPr lang="en-US" altLang="en-US" b="1" dirty="0">
                <a:solidFill>
                  <a:srgbClr val="FF0066"/>
                </a:solidFill>
                <a:cs typeface="Arial" panose="020B0604020202020204" pitchFamily="34" charset="0"/>
              </a:rPr>
              <a:t>)</a:t>
            </a:r>
          </a:p>
          <a:p>
            <a:pPr algn="ctr" eaLnBrk="1" hangingPunct="1">
              <a:buClr>
                <a:srgbClr val="000000"/>
              </a:buClr>
              <a:buSzPct val="100000"/>
              <a:buFont typeface="Times New Roman" panose="02020603050405020304" pitchFamily="18" charset="0"/>
              <a:buNone/>
            </a:pPr>
            <a:endParaRPr lang="en-US" altLang="en-US" sz="2800" b="1" dirty="0">
              <a:solidFill>
                <a:srgbClr val="FF0066"/>
              </a:solidFill>
              <a:latin typeface="Algerian" panose="04020705040A02060702" pitchFamily="82" charset="0"/>
              <a:cs typeface="Arial" panose="020B0604020202020204" pitchFamily="34" charset="0"/>
            </a:endParaRPr>
          </a:p>
          <a:p>
            <a:pPr algn="ctr" eaLnBrk="1" hangingPunct="1">
              <a:buClr>
                <a:srgbClr val="000000"/>
              </a:buClr>
              <a:buSzPct val="100000"/>
              <a:buFont typeface="Times New Roman" panose="02020603050405020304" pitchFamily="18" charset="0"/>
              <a:buNone/>
            </a:pPr>
            <a:r>
              <a:rPr lang="en-US" altLang="en-US" sz="2800" b="1" dirty="0">
                <a:solidFill>
                  <a:srgbClr val="7030A0"/>
                </a:solidFill>
                <a:latin typeface="Algerian" panose="04020705040A02060702" pitchFamily="82" charset="0"/>
                <a:cs typeface="Arial" panose="020B0604020202020204" pitchFamily="34" charset="0"/>
              </a:rPr>
              <a:t>DATA STRUCTURES USING C</a:t>
            </a:r>
          </a:p>
          <a:p>
            <a:pPr algn="ctr" eaLnBrk="1" hangingPunct="1">
              <a:buClr>
                <a:srgbClr val="000000"/>
              </a:buClr>
              <a:buSzPct val="100000"/>
              <a:buFont typeface="Times New Roman" panose="02020603050405020304" pitchFamily="18" charset="0"/>
              <a:buNone/>
            </a:pPr>
            <a:endParaRPr lang="en-US" altLang="en-US" sz="2800" b="1" dirty="0">
              <a:solidFill>
                <a:srgbClr val="FF3399"/>
              </a:solidFill>
              <a:latin typeface="Castellar" panose="020A0402060406010301" pitchFamily="18" charset="0"/>
              <a:cs typeface="Arial" panose="020B0604020202020204" pitchFamily="34" charset="0"/>
            </a:endParaRPr>
          </a:p>
          <a:p>
            <a:pPr algn="ctr" eaLnBrk="1" hangingPunct="1">
              <a:buClr>
                <a:srgbClr val="000000"/>
              </a:buClr>
              <a:buSzPct val="100000"/>
              <a:buFont typeface="Times New Roman" panose="02020603050405020304" pitchFamily="18" charset="0"/>
              <a:buNone/>
            </a:pPr>
            <a:r>
              <a:rPr lang="en-US" altLang="en-US" sz="2800" b="1" dirty="0">
                <a:solidFill>
                  <a:srgbClr val="FF3399"/>
                </a:solidFill>
                <a:latin typeface="Castellar" panose="020A0402060406010301" pitchFamily="18" charset="0"/>
                <a:cs typeface="Arial" panose="020B0604020202020204" pitchFamily="34" charset="0"/>
              </a:rPr>
              <a:t>&lt;&lt;&lt; </a:t>
            </a:r>
            <a:r>
              <a:rPr lang="en-US" altLang="en-US" sz="2800" b="1" dirty="0">
                <a:solidFill>
                  <a:srgbClr val="FF3399"/>
                </a:solidFill>
                <a:latin typeface="Cooper Black" panose="0208090404030B020404" pitchFamily="18" charset="0"/>
                <a:cs typeface="Arial" panose="020B0604020202020204" pitchFamily="34" charset="0"/>
              </a:rPr>
              <a:t>BUS TICKET BOOKING</a:t>
            </a:r>
            <a:r>
              <a:rPr lang="en-US" altLang="en-US" sz="2800" b="1" dirty="0">
                <a:solidFill>
                  <a:srgbClr val="FF3399"/>
                </a:solidFill>
                <a:latin typeface="Castellar" panose="020A0402060406010301" pitchFamily="18" charset="0"/>
                <a:cs typeface="Arial" panose="020B0604020202020204" pitchFamily="34" charset="0"/>
              </a:rPr>
              <a:t> &gt;&gt;&gt;</a:t>
            </a:r>
            <a:endParaRPr lang="en-US" altLang="en-US" sz="1400" b="1" dirty="0">
              <a:solidFill>
                <a:srgbClr val="FF0066"/>
              </a:solidFill>
              <a:cs typeface="Arial" panose="020B0604020202020204" pitchFamily="34" charset="0"/>
            </a:endParaRPr>
          </a:p>
          <a:p>
            <a:pPr algn="ctr" eaLnBrk="1" hangingPunct="1">
              <a:buClr>
                <a:srgbClr val="000000"/>
              </a:buClr>
              <a:buSzPct val="100000"/>
              <a:buFont typeface="Times New Roman" panose="02020603050405020304" pitchFamily="18" charset="0"/>
              <a:buNone/>
            </a:pPr>
            <a:r>
              <a:rPr lang="en-US" altLang="en-US" b="1" dirty="0">
                <a:solidFill>
                  <a:srgbClr val="0000FF"/>
                </a:solidFill>
                <a:cs typeface="Arial" panose="020B0604020202020204" pitchFamily="34" charset="0"/>
              </a:rPr>
              <a:t> </a:t>
            </a:r>
          </a:p>
        </p:txBody>
      </p:sp>
      <p:pic>
        <p:nvPicPr>
          <p:cNvPr id="3" name="Picture 2" descr="A blue and white logo&#10;&#10;Description automatically generated">
            <a:extLst>
              <a:ext uri="{FF2B5EF4-FFF2-40B4-BE49-F238E27FC236}">
                <a16:creationId xmlns:a16="http://schemas.microsoft.com/office/drawing/2014/main" id="{306928EC-A811-0A0B-9507-48536AEAC5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4824" y="73025"/>
            <a:ext cx="1377584" cy="1142883"/>
          </a:xfrm>
          <a:prstGeom prst="rect">
            <a:avLst/>
          </a:prstGeom>
        </p:spPr>
      </p:pic>
      <p:sp>
        <p:nvSpPr>
          <p:cNvPr id="4" name="TextBox 3">
            <a:extLst>
              <a:ext uri="{FF2B5EF4-FFF2-40B4-BE49-F238E27FC236}">
                <a16:creationId xmlns:a16="http://schemas.microsoft.com/office/drawing/2014/main" id="{5BDDFED7-8C96-F740-3862-767BB2D55FED}"/>
              </a:ext>
            </a:extLst>
          </p:cNvPr>
          <p:cNvSpPr txBox="1"/>
          <p:nvPr/>
        </p:nvSpPr>
        <p:spPr>
          <a:xfrm>
            <a:off x="-1018803" y="6343333"/>
            <a:ext cx="6096000" cy="456535"/>
          </a:xfrm>
          <a:prstGeom prst="rect">
            <a:avLst/>
          </a:prstGeom>
          <a:noFill/>
        </p:spPr>
        <p:txBody>
          <a:bodyPr wrap="square">
            <a:spAutoFit/>
          </a:bodyPr>
          <a:lstStyle/>
          <a:p>
            <a:pPr marL="0" indent="0" algn="ctr">
              <a:lnSpc>
                <a:spcPct val="150000"/>
              </a:lnSpc>
              <a:spcBef>
                <a:spcPts val="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800" b="1" dirty="0">
                <a:solidFill>
                  <a:schemeClr val="bg2"/>
                </a:solidFill>
                <a:latin typeface="Arial" panose="020B0604020202020204" pitchFamily="34" charset="0"/>
                <a:cs typeface="Arial" panose="020B0604020202020204" pitchFamily="34" charset="0"/>
              </a:rPr>
              <a:t>Date of Review </a:t>
            </a:r>
            <a:r>
              <a:rPr lang="en-US" altLang="en-US" sz="1800" b="1" dirty="0">
                <a:solidFill>
                  <a:schemeClr val="accent1">
                    <a:lumMod val="20000"/>
                    <a:lumOff val="80000"/>
                  </a:schemeClr>
                </a:solidFill>
                <a:latin typeface="Arial" panose="020B0604020202020204" pitchFamily="34" charset="0"/>
                <a:cs typeface="Arial" panose="020B0604020202020204" pitchFamily="34" charset="0"/>
              </a:rPr>
              <a:t>: 17.04.2024 </a:t>
            </a:r>
          </a:p>
        </p:txBody>
      </p:sp>
    </p:spTree>
  </p:cSld>
  <p:clrMapOvr>
    <a:masterClrMapping/>
  </p:clrMapOvr>
  <p:transition spd="slow">
    <p:randomBar dir="vert"/>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
            <a:extLst>
              <a:ext uri="{FF2B5EF4-FFF2-40B4-BE49-F238E27FC236}">
                <a16:creationId xmlns:a16="http://schemas.microsoft.com/office/drawing/2014/main" id="{7477C302-5B5F-4848-9A2A-2B6F511ACC15}"/>
              </a:ext>
            </a:extLst>
          </p:cNvPr>
          <p:cNvSpPr>
            <a:spLocks noGrp="1" noChangeArrowheads="1"/>
          </p:cNvSpPr>
          <p:nvPr>
            <p:ph type="title"/>
          </p:nvPr>
        </p:nvSpPr>
        <p:spPr>
          <a:xfrm>
            <a:off x="1775927" y="224098"/>
            <a:ext cx="8229600" cy="1143000"/>
          </a:xfrm>
        </p:spPr>
        <p:txBody>
          <a:bodyPr>
            <a:normAutofit/>
          </a:bodyPr>
          <a:lstStyle/>
          <a:p>
            <a:pPr algn="ctr">
              <a:lnSpc>
                <a:spcPct val="100000"/>
              </a:lnSpc>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pPr>
            <a:r>
              <a:rPr lang="en-US" altLang="en-US" sz="2800" b="1" dirty="0">
                <a:solidFill>
                  <a:srgbClr val="A256BA"/>
                </a:solidFill>
                <a:latin typeface="Algerian" panose="04020705040A02060702" pitchFamily="82" charset="0"/>
                <a:cs typeface="Arial" panose="020B0604020202020204" pitchFamily="34" charset="0"/>
              </a:rPr>
              <a:t>PRESENTATION OVERVIEW</a:t>
            </a:r>
          </a:p>
        </p:txBody>
      </p:sp>
      <p:sp>
        <p:nvSpPr>
          <p:cNvPr id="5123" name="Text Box 2">
            <a:extLst>
              <a:ext uri="{FF2B5EF4-FFF2-40B4-BE49-F238E27FC236}">
                <a16:creationId xmlns:a16="http://schemas.microsoft.com/office/drawing/2014/main" id="{508F8BF2-6D65-4AA4-8FCF-20F773D3ABD6}"/>
              </a:ext>
            </a:extLst>
          </p:cNvPr>
          <p:cNvSpPr txBox="1">
            <a:spLocks noChangeArrowheads="1"/>
          </p:cNvSpPr>
          <p:nvPr/>
        </p:nvSpPr>
        <p:spPr bwMode="auto">
          <a:xfrm>
            <a:off x="2593192" y="795598"/>
            <a:ext cx="5801127" cy="2100808"/>
          </a:xfrm>
          <a:prstGeom prst="rect">
            <a:avLst/>
          </a:prstGeom>
          <a:noFill/>
          <a:ln>
            <a:noFill/>
          </a:ln>
        </p:spPr>
        <p:txBody>
          <a:bodyPr/>
          <a:lstStyle>
            <a:lvl1pPr marL="342900" indent="-34131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1pPr>
            <a:lvl2pPr indent="-28416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2pPr>
            <a:lvl3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3pPr>
            <a:lvl4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4pPr>
            <a:lvl5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9pPr>
          </a:lstStyle>
          <a:p>
            <a:pPr marL="515937" lvl="1" indent="-342900" eaLnBrk="1">
              <a:lnSpc>
                <a:spcPct val="200000"/>
              </a:lnSpc>
              <a:spcBef>
                <a:spcPts val="325"/>
              </a:spcBef>
              <a:buClr>
                <a:srgbClr val="000000"/>
              </a:buClr>
              <a:buSzPct val="100000"/>
              <a:buFont typeface="Wingdings" panose="05000000000000000000" pitchFamily="2" charset="2"/>
              <a:buChar char="Ø"/>
              <a:defRPr/>
            </a:pPr>
            <a:r>
              <a:rPr lang="en-US" altLang="en-US" sz="2400" b="1" dirty="0">
                <a:solidFill>
                  <a:srgbClr val="0070C0"/>
                </a:solidFill>
                <a:latin typeface="Times New Roman" panose="02020603050405020304" pitchFamily="18" charset="0"/>
                <a:cs typeface="Times New Roman" panose="02020603050405020304" pitchFamily="18" charset="0"/>
              </a:rPr>
              <a:t> Objective</a:t>
            </a:r>
          </a:p>
          <a:p>
            <a:pPr lvl="1" eaLnBrk="1">
              <a:lnSpc>
                <a:spcPct val="200000"/>
              </a:lnSpc>
              <a:spcBef>
                <a:spcPts val="325"/>
              </a:spcBef>
              <a:buClr>
                <a:srgbClr val="000000"/>
              </a:buClr>
              <a:buSzPct val="100000"/>
              <a:buFont typeface="Wingdings" panose="05000000000000000000" pitchFamily="2" charset="2"/>
              <a:buChar char=""/>
              <a:defRPr/>
            </a:pPr>
            <a:r>
              <a:rPr lang="en-US" altLang="en-US" sz="2400" b="1" dirty="0">
                <a:solidFill>
                  <a:srgbClr val="0070C0"/>
                </a:solidFill>
                <a:latin typeface="Times New Roman" panose="02020603050405020304" pitchFamily="18" charset="0"/>
                <a:cs typeface="Times New Roman" panose="02020603050405020304" pitchFamily="18" charset="0"/>
              </a:rPr>
              <a:t> System Architecture </a:t>
            </a:r>
            <a:r>
              <a:rPr lang="en-US" altLang="en-US" sz="2400" b="1" dirty="0">
                <a:latin typeface="Times New Roman" panose="02020603050405020304" pitchFamily="18" charset="0"/>
                <a:cs typeface="Times New Roman" panose="02020603050405020304" pitchFamily="18" charset="0"/>
              </a:rPr>
              <a:t>(</a:t>
            </a:r>
            <a:r>
              <a:rPr lang="en-US" altLang="en-US" sz="2400" b="1" dirty="0">
                <a:solidFill>
                  <a:srgbClr val="0070C0"/>
                </a:solidFill>
                <a:latin typeface="Times New Roman" panose="02020603050405020304" pitchFamily="18" charset="0"/>
                <a:cs typeface="Times New Roman" panose="02020603050405020304" pitchFamily="18" charset="0"/>
              </a:rPr>
              <a:t>Flow Diagram</a:t>
            </a:r>
            <a:r>
              <a:rPr lang="en-US" altLang="en-US" sz="2400" b="1" dirty="0">
                <a:latin typeface="Times New Roman" panose="02020603050405020304" pitchFamily="18" charset="0"/>
                <a:cs typeface="Times New Roman" panose="02020603050405020304" pitchFamily="18" charset="0"/>
              </a:rPr>
              <a:t>)</a:t>
            </a:r>
            <a:endParaRPr lang="en-US" altLang="en-US" sz="2400" b="1" dirty="0">
              <a:solidFill>
                <a:srgbClr val="0070C0"/>
              </a:solidFill>
              <a:latin typeface="Times New Roman" panose="02020603050405020304" pitchFamily="18" charset="0"/>
              <a:cs typeface="Times New Roman" panose="02020603050405020304" pitchFamily="18" charset="0"/>
            </a:endParaRPr>
          </a:p>
          <a:p>
            <a:pPr lvl="1" eaLnBrk="1">
              <a:lnSpc>
                <a:spcPct val="200000"/>
              </a:lnSpc>
              <a:spcBef>
                <a:spcPts val="325"/>
              </a:spcBef>
              <a:buClr>
                <a:srgbClr val="000000"/>
              </a:buClr>
              <a:buSzPct val="100000"/>
              <a:buFont typeface="Wingdings" panose="05000000000000000000" pitchFamily="2" charset="2"/>
              <a:buChar char=""/>
              <a:defRPr/>
            </a:pPr>
            <a:r>
              <a:rPr lang="en-US" altLang="en-US" sz="2400" b="1" dirty="0">
                <a:solidFill>
                  <a:srgbClr val="0070C0"/>
                </a:solidFill>
                <a:latin typeface="Times New Roman" panose="02020603050405020304" pitchFamily="18" charset="0"/>
                <a:cs typeface="Times New Roman" panose="02020603050405020304" pitchFamily="18" charset="0"/>
              </a:rPr>
              <a:t> Module completion</a:t>
            </a:r>
          </a:p>
          <a:p>
            <a:pPr lvl="1" eaLnBrk="1">
              <a:lnSpc>
                <a:spcPct val="200000"/>
              </a:lnSpc>
              <a:spcBef>
                <a:spcPts val="325"/>
              </a:spcBef>
              <a:buClr>
                <a:srgbClr val="000000"/>
              </a:buClr>
              <a:buSzPct val="100000"/>
              <a:buFont typeface="Wingdings" panose="05000000000000000000" pitchFamily="2" charset="2"/>
              <a:buChar char=""/>
              <a:defRPr/>
            </a:pPr>
            <a:r>
              <a:rPr lang="en-US" altLang="en-US" sz="2400" b="1" dirty="0">
                <a:solidFill>
                  <a:srgbClr val="0070C0"/>
                </a:solidFill>
                <a:latin typeface="Times New Roman" panose="02020603050405020304" pitchFamily="18" charset="0"/>
                <a:cs typeface="Times New Roman" panose="02020603050405020304" pitchFamily="18" charset="0"/>
              </a:rPr>
              <a:t> Data structure used</a:t>
            </a:r>
          </a:p>
          <a:p>
            <a:pPr lvl="1" eaLnBrk="1">
              <a:lnSpc>
                <a:spcPct val="200000"/>
              </a:lnSpc>
              <a:spcBef>
                <a:spcPts val="325"/>
              </a:spcBef>
              <a:buClr>
                <a:srgbClr val="000000"/>
              </a:buClr>
              <a:buSzPct val="100000"/>
              <a:buFont typeface="Wingdings" panose="05000000000000000000" pitchFamily="2" charset="2"/>
              <a:buChar char=""/>
              <a:defRPr/>
            </a:pPr>
            <a:r>
              <a:rPr lang="en-US" altLang="en-US" sz="2400" b="1" dirty="0">
                <a:solidFill>
                  <a:srgbClr val="0070C0"/>
                </a:solidFill>
                <a:latin typeface="Times New Roman" panose="02020603050405020304" pitchFamily="18" charset="0"/>
                <a:cs typeface="Times New Roman" panose="02020603050405020304" pitchFamily="18" charset="0"/>
              </a:rPr>
              <a:t> Output</a:t>
            </a:r>
          </a:p>
          <a:p>
            <a:pPr lvl="1" eaLnBrk="1">
              <a:lnSpc>
                <a:spcPct val="200000"/>
              </a:lnSpc>
              <a:spcBef>
                <a:spcPts val="325"/>
              </a:spcBef>
              <a:buClr>
                <a:srgbClr val="000000"/>
              </a:buClr>
              <a:buSzPct val="100000"/>
              <a:buFont typeface="Wingdings" panose="05000000000000000000" pitchFamily="2" charset="2"/>
              <a:buChar char=""/>
              <a:defRPr/>
            </a:pPr>
            <a:r>
              <a:rPr lang="en-US" altLang="en-US" sz="2400" b="1" dirty="0">
                <a:solidFill>
                  <a:srgbClr val="0070C0"/>
                </a:solidFill>
                <a:latin typeface="Times New Roman" panose="02020603050405020304" pitchFamily="18" charset="0"/>
                <a:cs typeface="Times New Roman" panose="02020603050405020304" pitchFamily="18" charset="0"/>
              </a:rPr>
              <a:t> Applications</a:t>
            </a:r>
          </a:p>
          <a:p>
            <a:pPr lvl="1" eaLnBrk="1">
              <a:lnSpc>
                <a:spcPct val="200000"/>
              </a:lnSpc>
              <a:spcBef>
                <a:spcPts val="325"/>
              </a:spcBef>
              <a:buClr>
                <a:srgbClr val="000000"/>
              </a:buClr>
              <a:buSzPct val="100000"/>
              <a:buFont typeface="Wingdings" panose="05000000000000000000" pitchFamily="2" charset="2"/>
              <a:buChar char=""/>
              <a:defRPr/>
            </a:pPr>
            <a:r>
              <a:rPr lang="en-US" altLang="en-US" sz="2400" b="1" dirty="0">
                <a:solidFill>
                  <a:srgbClr val="0070C0"/>
                </a:solidFill>
                <a:latin typeface="Times New Roman" panose="02020603050405020304" pitchFamily="18" charset="0"/>
                <a:cs typeface="Times New Roman" panose="02020603050405020304" pitchFamily="18" charset="0"/>
              </a:rPr>
              <a:t> Conclusion</a:t>
            </a:r>
          </a:p>
          <a:p>
            <a:pPr lvl="1" eaLnBrk="1">
              <a:lnSpc>
                <a:spcPct val="200000"/>
              </a:lnSpc>
              <a:spcBef>
                <a:spcPts val="325"/>
              </a:spcBef>
              <a:buClr>
                <a:srgbClr val="000000"/>
              </a:buClr>
              <a:buSzPct val="100000"/>
              <a:buFont typeface="Wingdings" panose="05000000000000000000" pitchFamily="2" charset="2"/>
              <a:buChar char=""/>
              <a:defRPr/>
            </a:pPr>
            <a:r>
              <a:rPr lang="en-US" altLang="en-US" sz="2400" b="1" dirty="0">
                <a:solidFill>
                  <a:srgbClr val="0070C0"/>
                </a:solidFill>
                <a:latin typeface="Times New Roman" panose="02020603050405020304" pitchFamily="18" charset="0"/>
                <a:cs typeface="Times New Roman" panose="02020603050405020304" pitchFamily="18" charset="0"/>
              </a:rPr>
              <a:t> Review</a:t>
            </a:r>
          </a:p>
          <a:p>
            <a:pPr marL="173037" lvl="1" indent="0" eaLnBrk="1">
              <a:lnSpc>
                <a:spcPct val="200000"/>
              </a:lnSpc>
              <a:spcBef>
                <a:spcPts val="325"/>
              </a:spcBef>
              <a:buClr>
                <a:srgbClr val="000000"/>
              </a:buClr>
              <a:buSzPct val="100000"/>
              <a:defRPr/>
            </a:pPr>
            <a:endParaRPr lang="en-US" altLang="en-US" sz="2400" b="1" dirty="0">
              <a:solidFill>
                <a:srgbClr val="0070C0"/>
              </a:solidFill>
              <a:latin typeface="Times New Roman" panose="02020603050405020304" pitchFamily="18" charset="0"/>
              <a:cs typeface="Times New Roman" panose="02020603050405020304" pitchFamily="18" charset="0"/>
            </a:endParaRPr>
          </a:p>
        </p:txBody>
      </p:sp>
      <p:pic>
        <p:nvPicPr>
          <p:cNvPr id="7172" name="Picture 3">
            <a:extLst>
              <a:ext uri="{FF2B5EF4-FFF2-40B4-BE49-F238E27FC236}">
                <a16:creationId xmlns:a16="http://schemas.microsoft.com/office/drawing/2014/main" id="{D2771C55-04C2-41BA-80F2-EDC06FBE88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188" y="350839"/>
            <a:ext cx="10668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2" name="Picture 1" descr="A blue and white logo&#10;&#10;Description automatically generated">
            <a:extLst>
              <a:ext uri="{FF2B5EF4-FFF2-40B4-BE49-F238E27FC236}">
                <a16:creationId xmlns:a16="http://schemas.microsoft.com/office/drawing/2014/main" id="{2B910152-ED4B-3721-DEDA-54C63D305D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06078" y="274949"/>
            <a:ext cx="1327334" cy="1092149"/>
          </a:xfrm>
          <a:prstGeom prst="rect">
            <a:avLst/>
          </a:prstGeom>
        </p:spPr>
      </p:pic>
    </p:spTree>
  </p:cSld>
  <p:clrMapOvr>
    <a:masterClrMapping/>
  </p:clrMapOvr>
  <p:transition spd="slow">
    <p:randomBar dir="vert"/>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
            <a:extLst>
              <a:ext uri="{FF2B5EF4-FFF2-40B4-BE49-F238E27FC236}">
                <a16:creationId xmlns:a16="http://schemas.microsoft.com/office/drawing/2014/main" id="{397CEB3E-4EB7-48C7-BAED-717A8949BD4D}"/>
              </a:ext>
            </a:extLst>
          </p:cNvPr>
          <p:cNvSpPr>
            <a:spLocks noChangeArrowheads="1"/>
          </p:cNvSpPr>
          <p:nvPr/>
        </p:nvSpPr>
        <p:spPr bwMode="auto">
          <a:xfrm>
            <a:off x="2528668" y="769034"/>
            <a:ext cx="6934200" cy="952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9pPr>
          </a:lstStyle>
          <a:p>
            <a:pPr algn="ctr" eaLnBrk="1" hangingPunct="1">
              <a:buClr>
                <a:srgbClr val="000000"/>
              </a:buClr>
              <a:buSzPct val="100000"/>
              <a:buFont typeface="Times New Roman" panose="02020603050405020304" pitchFamily="18" charset="0"/>
              <a:buNone/>
            </a:pPr>
            <a:r>
              <a:rPr lang="en-US" altLang="en-US" sz="2800" b="1" dirty="0">
                <a:solidFill>
                  <a:schemeClr val="accent5">
                    <a:lumMod val="75000"/>
                  </a:schemeClr>
                </a:solidFill>
                <a:latin typeface="Algerian" panose="04020705040A02060702" pitchFamily="82" charset="0"/>
                <a:cs typeface="Arial" panose="020B0604020202020204" pitchFamily="34" charset="0"/>
              </a:rPr>
              <a:t>OBJECTIVE OF THE PROJECT</a:t>
            </a:r>
            <a:endParaRPr lang="en-US" altLang="en-US" sz="2400" b="1" dirty="0">
              <a:solidFill>
                <a:schemeClr val="accent5">
                  <a:lumMod val="75000"/>
                </a:schemeClr>
              </a:solidFill>
              <a:latin typeface="Algerian" panose="04020705040A02060702" pitchFamily="82" charset="0"/>
              <a:cs typeface="Arial" panose="020B0604020202020204" pitchFamily="34" charset="0"/>
            </a:endParaRPr>
          </a:p>
          <a:p>
            <a:pPr algn="ctr" eaLnBrk="1" hangingPunct="1">
              <a:buClr>
                <a:srgbClr val="000000"/>
              </a:buClr>
              <a:buSzPct val="100000"/>
              <a:buFont typeface="Times New Roman" panose="02020603050405020304" pitchFamily="18" charset="0"/>
              <a:buNone/>
            </a:pPr>
            <a:endParaRPr lang="en-US" altLang="en-US" sz="2800" b="1" dirty="0">
              <a:solidFill>
                <a:srgbClr val="FF0066"/>
              </a:solidFill>
              <a:latin typeface="Algerian" panose="04020705040A02060702" pitchFamily="82" charset="0"/>
              <a:cs typeface="Arial" panose="020B0604020202020204" pitchFamily="34" charset="0"/>
            </a:endParaRPr>
          </a:p>
        </p:txBody>
      </p:sp>
      <p:pic>
        <p:nvPicPr>
          <p:cNvPr id="18436" name="Picture 3">
            <a:extLst>
              <a:ext uri="{FF2B5EF4-FFF2-40B4-BE49-F238E27FC236}">
                <a16:creationId xmlns:a16="http://schemas.microsoft.com/office/drawing/2014/main" id="{EBDB400C-E378-4C6B-BA39-B59CD3A303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005" y="197797"/>
            <a:ext cx="10668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18437" name="Rectangle 6">
            <a:extLst>
              <a:ext uri="{FF2B5EF4-FFF2-40B4-BE49-F238E27FC236}">
                <a16:creationId xmlns:a16="http://schemas.microsoft.com/office/drawing/2014/main" id="{048ADDFF-FB5F-40A2-8BF6-162FFFB83FAA}"/>
              </a:ext>
            </a:extLst>
          </p:cNvPr>
          <p:cNvSpPr>
            <a:spLocks noChangeArrowheads="1"/>
          </p:cNvSpPr>
          <p:nvPr/>
        </p:nvSpPr>
        <p:spPr bwMode="auto">
          <a:xfrm>
            <a:off x="1809750" y="2000250"/>
            <a:ext cx="778668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endParaRPr lang="en-US" altLang="en-US" dirty="0"/>
          </a:p>
          <a:p>
            <a:pPr algn="just"/>
            <a:endParaRPr lang="en-US" altLang="en-US" dirty="0"/>
          </a:p>
        </p:txBody>
      </p:sp>
      <p:pic>
        <p:nvPicPr>
          <p:cNvPr id="2" name="Picture 1" descr="A blue and white logo&#10;&#10;Description automatically generated">
            <a:extLst>
              <a:ext uri="{FF2B5EF4-FFF2-40B4-BE49-F238E27FC236}">
                <a16:creationId xmlns:a16="http://schemas.microsoft.com/office/drawing/2014/main" id="{39B186D8-8EA8-8FF9-4988-1EE8011610E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61254" y="309823"/>
            <a:ext cx="1510596" cy="1092149"/>
          </a:xfrm>
          <a:prstGeom prst="rect">
            <a:avLst/>
          </a:prstGeom>
        </p:spPr>
      </p:pic>
      <p:sp>
        <p:nvSpPr>
          <p:cNvPr id="3" name="Text Box 2">
            <a:extLst>
              <a:ext uri="{FF2B5EF4-FFF2-40B4-BE49-F238E27FC236}">
                <a16:creationId xmlns:a16="http://schemas.microsoft.com/office/drawing/2014/main" id="{75E57ACC-E139-DF37-7DE0-919C755A2BB5}"/>
              </a:ext>
            </a:extLst>
          </p:cNvPr>
          <p:cNvSpPr txBox="1">
            <a:spLocks noChangeArrowheads="1"/>
          </p:cNvSpPr>
          <p:nvPr/>
        </p:nvSpPr>
        <p:spPr bwMode="auto">
          <a:xfrm>
            <a:off x="2137482" y="1273465"/>
            <a:ext cx="8110298" cy="3043343"/>
          </a:xfrm>
          <a:prstGeom prst="rect">
            <a:avLst/>
          </a:prstGeom>
          <a:noFill/>
          <a:ln>
            <a:noFill/>
          </a:ln>
        </p:spPr>
        <p:txBody>
          <a:bodyPr/>
          <a:lstStyle>
            <a:lvl1pPr marL="342900" indent="-34131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1pPr>
            <a:lvl2pPr indent="-284163"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2pPr>
            <a:lvl3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3pPr>
            <a:lvl4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4pPr>
            <a:lvl5pPr eaLnBrk="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cs typeface="WenQuanYi Micro Hei" charset="0"/>
              </a:defRPr>
            </a:lvl9pPr>
          </a:lstStyle>
          <a:p>
            <a:pPr marL="1587" indent="0" eaLnBrk="1">
              <a:lnSpc>
                <a:spcPct val="200000"/>
              </a:lnSpc>
              <a:spcBef>
                <a:spcPts val="325"/>
              </a:spcBef>
              <a:buClr>
                <a:srgbClr val="000000"/>
              </a:buClr>
              <a:buSzPct val="100000"/>
              <a:defRPr/>
            </a:pPr>
            <a:endParaRPr lang="en-US" altLang="en-US" sz="2400" b="1" dirty="0">
              <a:solidFill>
                <a:srgbClr val="000000"/>
              </a:solidFill>
              <a:latin typeface="Times New Roman" panose="02020603050405020304" pitchFamily="18" charset="0"/>
              <a:cs typeface="Times New Roman" panose="02020603050405020304" pitchFamily="18" charset="0"/>
            </a:endParaRPr>
          </a:p>
          <a:p>
            <a:pPr marL="344487" indent="-342900" eaLnBrk="1">
              <a:lnSpc>
                <a:spcPct val="200000"/>
              </a:lnSpc>
              <a:spcBef>
                <a:spcPts val="325"/>
              </a:spcBef>
              <a:buClr>
                <a:srgbClr val="000000"/>
              </a:buClr>
              <a:buSzPct val="100000"/>
              <a:buFont typeface="Wingdings" panose="05000000000000000000" pitchFamily="2" charset="2"/>
              <a:buChar char="v"/>
              <a:defRPr/>
            </a:pPr>
            <a:r>
              <a:rPr lang="en-US" altLang="en-US" sz="2400" b="1" dirty="0">
                <a:solidFill>
                  <a:srgbClr val="000000"/>
                </a:solidFill>
                <a:latin typeface="Times New Roman" panose="02020603050405020304" pitchFamily="18" charset="0"/>
                <a:cs typeface="Times New Roman" panose="02020603050405020304" pitchFamily="18" charset="0"/>
              </a:rPr>
              <a:t> The program employs frameworks to organize data for buses, passengers, and users. It also has menus for both the main menu (login) and the user menu (booking, canceling, and </a:t>
            </a:r>
            <a:r>
              <a:rPr lang="en-US" altLang="en-US" sz="2400" b="1">
                <a:solidFill>
                  <a:srgbClr val="000000"/>
                </a:solidFill>
                <a:latin typeface="Times New Roman" panose="02020603050405020304" pitchFamily="18" charset="0"/>
                <a:cs typeface="Times New Roman" panose="02020603050405020304" pitchFamily="18" charset="0"/>
              </a:rPr>
              <a:t>checking status)</a:t>
            </a:r>
            <a:endParaRPr lang="en-US" altLang="en-US" sz="2400" b="1"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1188492"/>
      </p:ext>
    </p:extLst>
  </p:cSld>
  <p:clrMapOvr>
    <a:masterClrMapping/>
  </p:clrMapOvr>
  <p:transition spd="slow">
    <p:randomBar dir="vert"/>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
            <a:extLst>
              <a:ext uri="{FF2B5EF4-FFF2-40B4-BE49-F238E27FC236}">
                <a16:creationId xmlns:a16="http://schemas.microsoft.com/office/drawing/2014/main" id="{397CEB3E-4EB7-48C7-BAED-717A8949BD4D}"/>
              </a:ext>
            </a:extLst>
          </p:cNvPr>
          <p:cNvSpPr>
            <a:spLocks noChangeArrowheads="1"/>
          </p:cNvSpPr>
          <p:nvPr/>
        </p:nvSpPr>
        <p:spPr bwMode="auto">
          <a:xfrm>
            <a:off x="2628900" y="410348"/>
            <a:ext cx="6934200" cy="891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defRPr>
                <a:solidFill>
                  <a:schemeClr val="tx1"/>
                </a:solidFill>
                <a:latin typeface="Arial" panose="020B0604020202020204" pitchFamily="34" charset="0"/>
                <a:cs typeface="WenQuanYi Micro Hei" charset="0"/>
              </a:defRPr>
            </a:lvl9pPr>
          </a:lstStyle>
          <a:p>
            <a:pPr algn="ctr" eaLnBrk="1" hangingPunct="1">
              <a:buClr>
                <a:srgbClr val="000000"/>
              </a:buClr>
              <a:buSzPct val="100000"/>
              <a:buFont typeface="Times New Roman" panose="02020603050405020304" pitchFamily="18" charset="0"/>
              <a:buNone/>
            </a:pPr>
            <a:r>
              <a:rPr lang="en-US" altLang="en-US" sz="2800" b="1" dirty="0">
                <a:solidFill>
                  <a:schemeClr val="accent2"/>
                </a:solidFill>
                <a:latin typeface="Algerian" panose="04020705040A02060702" pitchFamily="82" charset="0"/>
                <a:cs typeface="Arial" panose="020B0604020202020204" pitchFamily="34" charset="0"/>
              </a:rPr>
              <a:t>FLOW CHART</a:t>
            </a:r>
          </a:p>
          <a:p>
            <a:pPr algn="ctr" eaLnBrk="1" hangingPunct="1">
              <a:buClr>
                <a:srgbClr val="000000"/>
              </a:buClr>
              <a:buSzPct val="100000"/>
              <a:buFont typeface="Times New Roman" panose="02020603050405020304" pitchFamily="18" charset="0"/>
              <a:buNone/>
            </a:pPr>
            <a:endParaRPr lang="en-US" altLang="en-US" sz="2400" b="1" dirty="0">
              <a:solidFill>
                <a:srgbClr val="FF0066"/>
              </a:solidFill>
              <a:cs typeface="Arial" panose="020B0604020202020204" pitchFamily="34" charset="0"/>
            </a:endParaRPr>
          </a:p>
        </p:txBody>
      </p:sp>
      <p:pic>
        <p:nvPicPr>
          <p:cNvPr id="18436" name="Picture 3">
            <a:extLst>
              <a:ext uri="{FF2B5EF4-FFF2-40B4-BE49-F238E27FC236}">
                <a16:creationId xmlns:a16="http://schemas.microsoft.com/office/drawing/2014/main" id="{EBDB400C-E378-4C6B-BA39-B59CD3A303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005" y="197797"/>
            <a:ext cx="10668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2" name="Picture 1" descr="A blue and white logo&#10;&#10;Description automatically generated">
            <a:extLst>
              <a:ext uri="{FF2B5EF4-FFF2-40B4-BE49-F238E27FC236}">
                <a16:creationId xmlns:a16="http://schemas.microsoft.com/office/drawing/2014/main" id="{39B186D8-8EA8-8FF9-4988-1EE8011610E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61254" y="309823"/>
            <a:ext cx="1510596" cy="1092149"/>
          </a:xfrm>
          <a:prstGeom prst="rect">
            <a:avLst/>
          </a:prstGeom>
        </p:spPr>
      </p:pic>
      <p:pic>
        <p:nvPicPr>
          <p:cNvPr id="3" name="Picture 2">
            <a:extLst>
              <a:ext uri="{FF2B5EF4-FFF2-40B4-BE49-F238E27FC236}">
                <a16:creationId xmlns:a16="http://schemas.microsoft.com/office/drawing/2014/main" id="{E7593630-80DD-49A9-AA9C-BF205C0076BF}"/>
              </a:ext>
            </a:extLst>
          </p:cNvPr>
          <p:cNvPicPr>
            <a:picLocks noChangeAspect="1"/>
          </p:cNvPicPr>
          <p:nvPr/>
        </p:nvPicPr>
        <p:blipFill>
          <a:blip r:embed="rId5"/>
          <a:stretch>
            <a:fillRect/>
          </a:stretch>
        </p:blipFill>
        <p:spPr>
          <a:xfrm>
            <a:off x="2199705" y="1039904"/>
            <a:ext cx="7114623" cy="5620871"/>
          </a:xfrm>
          <a:prstGeom prst="rect">
            <a:avLst/>
          </a:prstGeom>
        </p:spPr>
      </p:pic>
    </p:spTree>
  </p:cSld>
  <p:clrMapOvr>
    <a:masterClrMapping/>
  </p:clrMapOvr>
  <p:transition spd="slow">
    <p:randomBar dir="vert"/>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FC46206C-AF0B-4474-9898-74D514A57A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362" y="235956"/>
            <a:ext cx="10668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3" name="Picture 2" descr="A blue and white logo&#10;&#10;Description automatically generated">
            <a:extLst>
              <a:ext uri="{FF2B5EF4-FFF2-40B4-BE49-F238E27FC236}">
                <a16:creationId xmlns:a16="http://schemas.microsoft.com/office/drawing/2014/main" id="{A2F9FEB7-B104-4FCD-8689-CBC9E460E6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92838" y="207963"/>
            <a:ext cx="1066800" cy="948484"/>
          </a:xfrm>
          <a:prstGeom prst="rect">
            <a:avLst/>
          </a:prstGeom>
        </p:spPr>
      </p:pic>
      <p:sp>
        <p:nvSpPr>
          <p:cNvPr id="4" name="TextBox 3">
            <a:extLst>
              <a:ext uri="{FF2B5EF4-FFF2-40B4-BE49-F238E27FC236}">
                <a16:creationId xmlns:a16="http://schemas.microsoft.com/office/drawing/2014/main" id="{BDA5B0FE-A07E-4D4E-8E98-354BF855C252}"/>
              </a:ext>
            </a:extLst>
          </p:cNvPr>
          <p:cNvSpPr txBox="1"/>
          <p:nvPr/>
        </p:nvSpPr>
        <p:spPr>
          <a:xfrm>
            <a:off x="2922493" y="413434"/>
            <a:ext cx="7064188" cy="646331"/>
          </a:xfrm>
          <a:prstGeom prst="rect">
            <a:avLst/>
          </a:prstGeom>
          <a:noFill/>
        </p:spPr>
        <p:txBody>
          <a:bodyPr wrap="square" rtlCol="0">
            <a:spAutoFit/>
          </a:bodyPr>
          <a:lstStyle/>
          <a:p>
            <a:r>
              <a:rPr lang="en-US" sz="3600" b="1" dirty="0">
                <a:solidFill>
                  <a:srgbClr val="FF0066"/>
                </a:solidFill>
                <a:latin typeface="Algerian" panose="04020705040A02060702" pitchFamily="82" charset="0"/>
              </a:rPr>
              <a:t>DATA STRUCTURES USED</a:t>
            </a:r>
          </a:p>
        </p:txBody>
      </p:sp>
      <p:sp>
        <p:nvSpPr>
          <p:cNvPr id="5" name="TextBox 4">
            <a:extLst>
              <a:ext uri="{FF2B5EF4-FFF2-40B4-BE49-F238E27FC236}">
                <a16:creationId xmlns:a16="http://schemas.microsoft.com/office/drawing/2014/main" id="{85BE5ACC-31C8-4D5C-BF32-0E5220F7DFF9}"/>
              </a:ext>
            </a:extLst>
          </p:cNvPr>
          <p:cNvSpPr txBox="1"/>
          <p:nvPr/>
        </p:nvSpPr>
        <p:spPr>
          <a:xfrm>
            <a:off x="1335741" y="2106706"/>
            <a:ext cx="9036423" cy="3108543"/>
          </a:xfrm>
          <a:prstGeom prst="rect">
            <a:avLst/>
          </a:prstGeom>
          <a:noFill/>
        </p:spPr>
        <p:txBody>
          <a:bodyPr wrap="square" rtlCol="0">
            <a:spAutoFit/>
          </a:bodyPr>
          <a:lstStyle/>
          <a:p>
            <a:r>
              <a:rPr lang="en-US" sz="2000" b="1" dirty="0">
                <a:latin typeface="Algerian" panose="04020705040A02060702" pitchFamily="82" charset="0"/>
                <a:cs typeface="Times New Roman" panose="02020603050405020304" pitchFamily="18" charset="0"/>
              </a:rPr>
              <a:t>                                   Supporting Data Structures </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000" b="1" dirty="0">
                <a:latin typeface="Algerian" panose="04020705040A02060702" pitchFamily="82" charset="0"/>
                <a:cs typeface="Times New Roman" panose="02020603050405020304" pitchFamily="18" charset="0"/>
              </a:rPr>
              <a:t> Structures       </a:t>
            </a:r>
            <a:r>
              <a:rPr lang="en-US" sz="2000" b="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Define custom data types for buses, tickets, and passengers.</a:t>
            </a:r>
          </a:p>
          <a:p>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 </a:t>
            </a:r>
            <a:r>
              <a:rPr lang="en-US" sz="2000" b="1" dirty="0">
                <a:latin typeface="Algerian" panose="04020705040A02060702" pitchFamily="82" charset="0"/>
                <a:cs typeface="Times New Roman" panose="02020603050405020304" pitchFamily="18" charset="0"/>
              </a:rPr>
              <a:t>Linked Lists      </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Maintain a dynamic list of buses, bookings, and passengers.</a:t>
            </a:r>
          </a:p>
          <a:p>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 </a:t>
            </a:r>
            <a:r>
              <a:rPr lang="en-US" sz="2000" b="1" dirty="0">
                <a:latin typeface="Algerian" panose="04020705040A02060702" pitchFamily="82" charset="0"/>
                <a:cs typeface="Times New Roman" panose="02020603050405020304" pitchFamily="18" charset="0"/>
              </a:rPr>
              <a:t>Arrays </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Utilize for storing seats within each bus.</a:t>
            </a:r>
          </a:p>
          <a:p>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 </a:t>
            </a:r>
            <a:r>
              <a:rPr lang="en-US" sz="2000" b="1" dirty="0">
                <a:latin typeface="Algerian" panose="04020705040A02060702" pitchFamily="82" charset="0"/>
                <a:cs typeface="Times New Roman" panose="02020603050405020304" pitchFamily="18" charset="0"/>
              </a:rPr>
              <a:t>Files </a:t>
            </a:r>
            <a:r>
              <a:rPr lang="en-US" sz="2000" b="1" dirty="0">
                <a:latin typeface="Times New Roman" panose="02020603050405020304" pitchFamily="18" charset="0"/>
                <a:cs typeface="Times New Roman" panose="02020603050405020304" pitchFamily="18" charset="0"/>
              </a:rPr>
              <a:t>                    :     </a:t>
            </a:r>
            <a:r>
              <a:rPr lang="en-US" sz="2000" dirty="0">
                <a:latin typeface="Times New Roman" panose="02020603050405020304" pitchFamily="18" charset="0"/>
                <a:cs typeface="Times New Roman" panose="02020603050405020304" pitchFamily="18" charset="0"/>
              </a:rPr>
              <a:t>For persistent storage of data across sessions</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82636209"/>
      </p:ext>
    </p:extLst>
  </p:cSld>
  <p:clrMapOvr>
    <a:masterClrMapping/>
  </p:clrMapOvr>
  <p:transition spd="slow">
    <p:randomBar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
            <a:extLst>
              <a:ext uri="{FF2B5EF4-FFF2-40B4-BE49-F238E27FC236}">
                <a16:creationId xmlns:a16="http://schemas.microsoft.com/office/drawing/2014/main" id="{6074EF04-2DF4-436A-8AF9-45418D4C2233}"/>
              </a:ext>
            </a:extLst>
          </p:cNvPr>
          <p:cNvSpPr>
            <a:spLocks noGrp="1" noChangeArrowheads="1"/>
          </p:cNvSpPr>
          <p:nvPr>
            <p:ph type="title"/>
          </p:nvPr>
        </p:nvSpPr>
        <p:spPr>
          <a:xfrm>
            <a:off x="1953064" y="541924"/>
            <a:ext cx="8229600" cy="1143000"/>
          </a:xfrm>
        </p:spPr>
        <p:txBody>
          <a:bodyPr>
            <a:normAutofit/>
          </a:bodyPr>
          <a:lstStyle/>
          <a:p>
            <a:pPr algn="ctr">
              <a:lnSpc>
                <a:spcPct val="100000"/>
              </a:lnSpc>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pPr>
            <a:r>
              <a:rPr lang="en-US" altLang="en-US" b="1" dirty="0">
                <a:solidFill>
                  <a:srgbClr val="FF0066"/>
                </a:solidFill>
                <a:latin typeface="Algerian" panose="04020705040A02060702" pitchFamily="82" charset="0"/>
                <a:cs typeface="Arial" panose="020B0604020202020204" pitchFamily="34" charset="0"/>
              </a:rPr>
              <a:t>MODULES INVOLVED</a:t>
            </a:r>
            <a:endParaRPr lang="en-US" altLang="en-US" sz="3600" b="1" dirty="0">
              <a:solidFill>
                <a:srgbClr val="FF0066"/>
              </a:solidFill>
              <a:latin typeface="Algerian" panose="04020705040A02060702" pitchFamily="82" charset="0"/>
              <a:cs typeface="Arial" panose="020B0604020202020204" pitchFamily="34" charset="0"/>
            </a:endParaRPr>
          </a:p>
        </p:txBody>
      </p:sp>
      <p:pic>
        <p:nvPicPr>
          <p:cNvPr id="20483" name="Picture 2">
            <a:extLst>
              <a:ext uri="{FF2B5EF4-FFF2-40B4-BE49-F238E27FC236}">
                <a16:creationId xmlns:a16="http://schemas.microsoft.com/office/drawing/2014/main" id="{9725A798-1CF7-4198-9EC3-017702AFD2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362" y="360363"/>
            <a:ext cx="10668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20485" name="Rectangle 1">
            <a:extLst>
              <a:ext uri="{FF2B5EF4-FFF2-40B4-BE49-F238E27FC236}">
                <a16:creationId xmlns:a16="http://schemas.microsoft.com/office/drawing/2014/main" id="{D480A21E-9DCB-4127-8D85-97D1D569F880}"/>
              </a:ext>
            </a:extLst>
          </p:cNvPr>
          <p:cNvSpPr>
            <a:spLocks noChangeArrowheads="1"/>
          </p:cNvSpPr>
          <p:nvPr/>
        </p:nvSpPr>
        <p:spPr bwMode="auto">
          <a:xfrm>
            <a:off x="1524001" y="1928814"/>
            <a:ext cx="87153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endParaRPr lang="en-IN" altLang="en-US" sz="1600">
              <a:latin typeface="Times New Roman" panose="02020603050405020304" pitchFamily="18" charset="0"/>
              <a:cs typeface="Times New Roman" panose="02020603050405020304" pitchFamily="18" charset="0"/>
            </a:endParaRPr>
          </a:p>
        </p:txBody>
      </p:sp>
      <p:pic>
        <p:nvPicPr>
          <p:cNvPr id="3" name="Picture 2" descr="A blue and white logo&#10;&#10;Description automatically generated">
            <a:extLst>
              <a:ext uri="{FF2B5EF4-FFF2-40B4-BE49-F238E27FC236}">
                <a16:creationId xmlns:a16="http://schemas.microsoft.com/office/drawing/2014/main" id="{79E271B2-AA92-2F54-21A7-2AAB4B1BB5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79740" y="360363"/>
            <a:ext cx="1192307" cy="1092149"/>
          </a:xfrm>
          <a:prstGeom prst="rect">
            <a:avLst/>
          </a:prstGeom>
        </p:spPr>
      </p:pic>
      <p:sp>
        <p:nvSpPr>
          <p:cNvPr id="5" name="TextBox 4">
            <a:extLst>
              <a:ext uri="{FF2B5EF4-FFF2-40B4-BE49-F238E27FC236}">
                <a16:creationId xmlns:a16="http://schemas.microsoft.com/office/drawing/2014/main" id="{D01457AA-4D4A-410E-AC00-28ECD2678DC1}"/>
              </a:ext>
            </a:extLst>
          </p:cNvPr>
          <p:cNvSpPr txBox="1"/>
          <p:nvPr/>
        </p:nvSpPr>
        <p:spPr>
          <a:xfrm>
            <a:off x="1587421" y="2049710"/>
            <a:ext cx="9807388" cy="4247317"/>
          </a:xfrm>
          <a:prstGeom prst="rect">
            <a:avLst/>
          </a:prstGeom>
          <a:noFill/>
        </p:spPr>
        <p:txBody>
          <a:bodyPr wrap="square" rtlCol="0">
            <a:spAutoFit/>
          </a:bodyPr>
          <a:lstStyle/>
          <a:p>
            <a:pPr marL="285750" indent="-285750">
              <a:buFont typeface="Wingdings" panose="05000000000000000000" pitchFamily="2" charset="2"/>
              <a:buChar char="Ø"/>
            </a:pPr>
            <a:r>
              <a:rPr lang="en-US" dirty="0">
                <a:solidFill>
                  <a:schemeClr val="tx2"/>
                </a:solidFill>
                <a:latin typeface="Arial Black" panose="020B0A04020102020204" pitchFamily="34" charset="0"/>
              </a:rPr>
              <a:t>MODULE</a:t>
            </a:r>
            <a:r>
              <a:rPr lang="en-US" dirty="0">
                <a:solidFill>
                  <a:schemeClr val="tx2"/>
                </a:solidFill>
              </a:rPr>
              <a:t> </a:t>
            </a:r>
            <a:r>
              <a:rPr lang="en-US" dirty="0">
                <a:solidFill>
                  <a:schemeClr val="tx2"/>
                </a:solidFill>
                <a:latin typeface="Arial Black" panose="020B0A04020102020204" pitchFamily="34" charset="0"/>
              </a:rPr>
              <a:t>1 </a:t>
            </a:r>
            <a:r>
              <a:rPr lang="en-US" dirty="0">
                <a:solidFill>
                  <a:schemeClr val="tx2"/>
                </a:solidFill>
                <a:latin typeface="Century" panose="02040604050505020304" pitchFamily="18" charset="0"/>
              </a:rPr>
              <a:t>: </a:t>
            </a:r>
            <a:r>
              <a:rPr lang="en-US" b="1" u="sng" dirty="0">
                <a:solidFill>
                  <a:schemeClr val="tx2"/>
                </a:solidFill>
                <a:latin typeface="Arial Black" panose="020B0A04020102020204" pitchFamily="34" charset="0"/>
              </a:rPr>
              <a:t>BUS MANAGEMENT MODULE</a:t>
            </a:r>
          </a:p>
          <a:p>
            <a:r>
              <a:rPr lang="en-US" dirty="0">
                <a:solidFill>
                  <a:schemeClr val="tx2"/>
                </a:solidFill>
                <a:latin typeface="Century" panose="02040604050505020304" pitchFamily="18" charset="0"/>
              </a:rPr>
              <a:t>              </a:t>
            </a:r>
          </a:p>
          <a:p>
            <a:pPr algn="just"/>
            <a:r>
              <a:rPr lang="en-US" dirty="0">
                <a:solidFill>
                  <a:schemeClr val="tx2"/>
                </a:solidFill>
                <a:latin typeface="Century" panose="02040604050505020304" pitchFamily="18" charset="0"/>
              </a:rPr>
              <a:t>        </a:t>
            </a:r>
            <a:r>
              <a:rPr lang="en-US" dirty="0">
                <a:solidFill>
                  <a:schemeClr val="tx2"/>
                </a:solidFill>
                <a:latin typeface="Times New Roman" panose="02020603050405020304" pitchFamily="18" charset="0"/>
                <a:cs typeface="Times New Roman" panose="02020603050405020304" pitchFamily="18" charset="0"/>
              </a:rPr>
              <a:t>Responsible for all operations  related to bus data management, including :</a:t>
            </a:r>
          </a:p>
          <a:p>
            <a:r>
              <a:rPr lang="en-US" dirty="0">
                <a:solidFill>
                  <a:schemeClr val="tx2"/>
                </a:solidFill>
                <a:latin typeface="Times New Roman" panose="02020603050405020304" pitchFamily="18" charset="0"/>
                <a:cs typeface="Times New Roman" panose="02020603050405020304" pitchFamily="18" charset="0"/>
              </a:rPr>
              <a:t>               </a:t>
            </a:r>
          </a:p>
          <a:p>
            <a:pPr algn="just"/>
            <a:r>
              <a:rPr lang="en-US" dirty="0">
                <a:solidFill>
                  <a:schemeClr val="tx2"/>
                </a:solidFill>
                <a:latin typeface="Times New Roman" panose="02020603050405020304" pitchFamily="18" charset="0"/>
                <a:cs typeface="Times New Roman" panose="02020603050405020304" pitchFamily="18" charset="0"/>
              </a:rPr>
              <a:t>                </a:t>
            </a:r>
            <a:r>
              <a:rPr lang="en-US" b="1" dirty="0">
                <a:solidFill>
                  <a:schemeClr val="tx2"/>
                </a:solidFill>
                <a:latin typeface="Times New Roman" panose="02020603050405020304" pitchFamily="18" charset="0"/>
                <a:cs typeface="Times New Roman" panose="02020603050405020304" pitchFamily="18" charset="0"/>
              </a:rPr>
              <a:t>1.  Adding new buses             :  </a:t>
            </a:r>
            <a:r>
              <a:rPr lang="en-US" dirty="0">
                <a:solidFill>
                  <a:schemeClr val="tx2"/>
                </a:solidFill>
                <a:latin typeface="Times New Roman" panose="02020603050405020304" pitchFamily="18" charset="0"/>
                <a:cs typeface="Times New Roman" panose="02020603050405020304" pitchFamily="18" charset="0"/>
              </a:rPr>
              <a:t>Entering details like bus ID, route, timing.</a:t>
            </a:r>
          </a:p>
          <a:p>
            <a:r>
              <a:rPr lang="en-US" dirty="0">
                <a:solidFill>
                  <a:schemeClr val="tx2"/>
                </a:solidFill>
                <a:latin typeface="Times New Roman" panose="02020603050405020304" pitchFamily="18" charset="0"/>
                <a:cs typeface="Times New Roman" panose="02020603050405020304" pitchFamily="18" charset="0"/>
              </a:rPr>
              <a:t> </a:t>
            </a:r>
          </a:p>
          <a:p>
            <a:r>
              <a:rPr lang="en-US" dirty="0">
                <a:solidFill>
                  <a:schemeClr val="tx2"/>
                </a:solidFill>
                <a:latin typeface="Times New Roman" panose="02020603050405020304" pitchFamily="18" charset="0"/>
                <a:cs typeface="Times New Roman" panose="02020603050405020304" pitchFamily="18" charset="0"/>
              </a:rPr>
              <a:t>                </a:t>
            </a:r>
            <a:r>
              <a:rPr lang="en-US" b="1" dirty="0">
                <a:solidFill>
                  <a:schemeClr val="tx2"/>
                </a:solidFill>
                <a:latin typeface="Times New Roman" panose="02020603050405020304" pitchFamily="18" charset="0"/>
                <a:cs typeface="Times New Roman" panose="02020603050405020304" pitchFamily="18" charset="0"/>
              </a:rPr>
              <a:t>2.  Editing bus information  :  </a:t>
            </a:r>
            <a:r>
              <a:rPr lang="en-US" dirty="0">
                <a:solidFill>
                  <a:schemeClr val="tx2"/>
                </a:solidFill>
                <a:latin typeface="Times New Roman" panose="02020603050405020304" pitchFamily="18" charset="0"/>
                <a:cs typeface="Times New Roman" panose="02020603050405020304" pitchFamily="18" charset="0"/>
              </a:rPr>
              <a:t>Updating details about existing buses.</a:t>
            </a:r>
          </a:p>
          <a:p>
            <a:endParaRPr lang="en-US" dirty="0">
              <a:solidFill>
                <a:schemeClr val="tx2"/>
              </a:solidFill>
              <a:latin typeface="Times New Roman" panose="02020603050405020304" pitchFamily="18" charset="0"/>
              <a:cs typeface="Times New Roman" panose="02020603050405020304" pitchFamily="18" charset="0"/>
            </a:endParaRPr>
          </a:p>
          <a:p>
            <a:pPr algn="just"/>
            <a:r>
              <a:rPr lang="en-US" dirty="0">
                <a:solidFill>
                  <a:schemeClr val="tx2"/>
                </a:solidFill>
                <a:latin typeface="Times New Roman" panose="02020603050405020304" pitchFamily="18" charset="0"/>
                <a:cs typeface="Times New Roman" panose="02020603050405020304" pitchFamily="18" charset="0"/>
              </a:rPr>
              <a:t>                </a:t>
            </a:r>
            <a:r>
              <a:rPr lang="en-US" b="1" dirty="0">
                <a:solidFill>
                  <a:schemeClr val="tx2"/>
                </a:solidFill>
                <a:latin typeface="Times New Roman" panose="02020603050405020304" pitchFamily="18" charset="0"/>
                <a:cs typeface="Times New Roman" panose="02020603050405020304" pitchFamily="18" charset="0"/>
              </a:rPr>
              <a:t>3.  Removing buses               :  </a:t>
            </a:r>
            <a:r>
              <a:rPr lang="en-US" dirty="0">
                <a:solidFill>
                  <a:schemeClr val="tx2"/>
                </a:solidFill>
                <a:latin typeface="Times New Roman" panose="02020603050405020304" pitchFamily="18" charset="0"/>
                <a:cs typeface="Times New Roman" panose="02020603050405020304" pitchFamily="18" charset="0"/>
              </a:rPr>
              <a:t>Deleting bus records from the system.</a:t>
            </a:r>
          </a:p>
          <a:p>
            <a:endParaRPr lang="en-US" dirty="0">
              <a:solidFill>
                <a:schemeClr val="tx2"/>
              </a:solidFill>
              <a:latin typeface="Times New Roman" panose="02020603050405020304" pitchFamily="18" charset="0"/>
              <a:cs typeface="Times New Roman" panose="02020603050405020304" pitchFamily="18" charset="0"/>
            </a:endParaRPr>
          </a:p>
          <a:p>
            <a:r>
              <a:rPr lang="en-US" dirty="0">
                <a:solidFill>
                  <a:schemeClr val="tx2"/>
                </a:solidFill>
                <a:latin typeface="Times New Roman" panose="02020603050405020304" pitchFamily="18" charset="0"/>
                <a:cs typeface="Times New Roman" panose="02020603050405020304" pitchFamily="18" charset="0"/>
              </a:rPr>
              <a:t>                </a:t>
            </a:r>
            <a:r>
              <a:rPr lang="en-US" b="1" dirty="0">
                <a:solidFill>
                  <a:schemeClr val="tx2"/>
                </a:solidFill>
                <a:latin typeface="Times New Roman" panose="02020603050405020304" pitchFamily="18" charset="0"/>
                <a:cs typeface="Times New Roman" panose="02020603050405020304" pitchFamily="18" charset="0"/>
              </a:rPr>
              <a:t>4.  Viewing bus lists              :  </a:t>
            </a:r>
            <a:r>
              <a:rPr lang="en-US" dirty="0">
                <a:solidFill>
                  <a:schemeClr val="tx2"/>
                </a:solidFill>
                <a:latin typeface="Times New Roman" panose="02020603050405020304" pitchFamily="18" charset="0"/>
                <a:cs typeface="Times New Roman" panose="02020603050405020304" pitchFamily="18" charset="0"/>
              </a:rPr>
              <a:t>Displaying all or selected bus details based on criteria</a:t>
            </a:r>
            <a:r>
              <a:rPr lang="en-US" dirty="0">
                <a:solidFill>
                  <a:schemeClr val="tx2"/>
                </a:solidFill>
                <a:latin typeface="Century" panose="02040604050505020304" pitchFamily="18" charset="0"/>
              </a:rPr>
              <a:t>.</a:t>
            </a:r>
          </a:p>
          <a:p>
            <a:r>
              <a:rPr lang="en-US" dirty="0">
                <a:solidFill>
                  <a:schemeClr val="tx2"/>
                </a:solidFill>
                <a:latin typeface="Century" panose="02040604050505020304" pitchFamily="18" charset="0"/>
              </a:rPr>
              <a:t> </a:t>
            </a:r>
          </a:p>
          <a:p>
            <a:endParaRPr lang="en-US" dirty="0">
              <a:solidFill>
                <a:schemeClr val="tx2"/>
              </a:solidFill>
              <a:latin typeface="Century" panose="02040604050505020304" pitchFamily="18" charset="0"/>
            </a:endParaRPr>
          </a:p>
          <a:p>
            <a:endParaRPr lang="en-US" dirty="0">
              <a:solidFill>
                <a:schemeClr val="tx2"/>
              </a:solidFill>
              <a:latin typeface="Times New Roman" panose="02020603050405020304" pitchFamily="18" charset="0"/>
              <a:cs typeface="Times New Roman" panose="02020603050405020304" pitchFamily="18" charset="0"/>
            </a:endParaRPr>
          </a:p>
          <a:p>
            <a:endParaRPr lang="en-US" dirty="0">
              <a:solidFill>
                <a:schemeClr val="tx2"/>
              </a:solidFill>
            </a:endParaRPr>
          </a:p>
        </p:txBody>
      </p:sp>
    </p:spTree>
  </p:cSld>
  <p:clrMapOvr>
    <a:masterClrMapping/>
  </p:clrMapOvr>
  <p:transition spd="slow">
    <p:randomBar dir="vert"/>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01BFBB1B-1F78-492D-89FC-EA74F4EB68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362" y="360363"/>
            <a:ext cx="10668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3" name="Picture 2" descr="A blue and white logo&#10;&#10;Description automatically generated">
            <a:extLst>
              <a:ext uri="{FF2B5EF4-FFF2-40B4-BE49-F238E27FC236}">
                <a16:creationId xmlns:a16="http://schemas.microsoft.com/office/drawing/2014/main" id="{7DC6D5B2-CF68-44E8-ADE4-F2A4E5D0AD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7670" y="325489"/>
            <a:ext cx="1192307" cy="1092149"/>
          </a:xfrm>
          <a:prstGeom prst="rect">
            <a:avLst/>
          </a:prstGeom>
        </p:spPr>
      </p:pic>
      <p:sp>
        <p:nvSpPr>
          <p:cNvPr id="7" name="TextBox 6">
            <a:extLst>
              <a:ext uri="{FF2B5EF4-FFF2-40B4-BE49-F238E27FC236}">
                <a16:creationId xmlns:a16="http://schemas.microsoft.com/office/drawing/2014/main" id="{B62EBDA3-7261-4246-AE31-EADB810010BE}"/>
              </a:ext>
            </a:extLst>
          </p:cNvPr>
          <p:cNvSpPr txBox="1"/>
          <p:nvPr/>
        </p:nvSpPr>
        <p:spPr>
          <a:xfrm flipH="1">
            <a:off x="2590799" y="483530"/>
            <a:ext cx="6338047" cy="934108"/>
          </a:xfrm>
          <a:prstGeom prst="rect">
            <a:avLst/>
          </a:prstGeom>
          <a:noFill/>
        </p:spPr>
        <p:txBody>
          <a:bodyPr wrap="square" rtlCol="0">
            <a:spAutoFit/>
          </a:bodyPr>
          <a:lstStyle/>
          <a:p>
            <a:endParaRPr lang="en-US" dirty="0"/>
          </a:p>
        </p:txBody>
      </p:sp>
      <p:sp>
        <p:nvSpPr>
          <p:cNvPr id="8" name="TextBox 7">
            <a:extLst>
              <a:ext uri="{FF2B5EF4-FFF2-40B4-BE49-F238E27FC236}">
                <a16:creationId xmlns:a16="http://schemas.microsoft.com/office/drawing/2014/main" id="{957CA2BA-F2FD-4247-BD56-1A5A3006243C}"/>
              </a:ext>
            </a:extLst>
          </p:cNvPr>
          <p:cNvSpPr txBox="1"/>
          <p:nvPr/>
        </p:nvSpPr>
        <p:spPr>
          <a:xfrm>
            <a:off x="3630707" y="565834"/>
            <a:ext cx="6257365" cy="646331"/>
          </a:xfrm>
          <a:prstGeom prst="rect">
            <a:avLst/>
          </a:prstGeom>
          <a:noFill/>
        </p:spPr>
        <p:txBody>
          <a:bodyPr wrap="square" rtlCol="0">
            <a:spAutoFit/>
          </a:bodyPr>
          <a:lstStyle/>
          <a:p>
            <a:r>
              <a:rPr lang="en-US" altLang="en-US" sz="3600" b="1" dirty="0">
                <a:solidFill>
                  <a:srgbClr val="FF0066"/>
                </a:solidFill>
                <a:latin typeface="Algerian" panose="04020705040A02060702" pitchFamily="82" charset="0"/>
                <a:cs typeface="Arial" panose="020B0604020202020204" pitchFamily="34" charset="0"/>
              </a:rPr>
              <a:t>MODULES INVOLVED</a:t>
            </a:r>
            <a:endParaRPr lang="en-US" sz="3600" dirty="0"/>
          </a:p>
        </p:txBody>
      </p:sp>
      <p:sp>
        <p:nvSpPr>
          <p:cNvPr id="9" name="TextBox 8">
            <a:extLst>
              <a:ext uri="{FF2B5EF4-FFF2-40B4-BE49-F238E27FC236}">
                <a16:creationId xmlns:a16="http://schemas.microsoft.com/office/drawing/2014/main" id="{9AA14BA0-0A0D-4D8D-8F0B-253D78033409}"/>
              </a:ext>
            </a:extLst>
          </p:cNvPr>
          <p:cNvSpPr txBox="1"/>
          <p:nvPr/>
        </p:nvSpPr>
        <p:spPr>
          <a:xfrm>
            <a:off x="1501588" y="2061881"/>
            <a:ext cx="9592235" cy="3416320"/>
          </a:xfrm>
          <a:prstGeom prst="rect">
            <a:avLst/>
          </a:prstGeom>
          <a:noFill/>
        </p:spPr>
        <p:txBody>
          <a:bodyPr wrap="square" rtlCol="0">
            <a:spAutoFit/>
          </a:bodyPr>
          <a:lstStyle/>
          <a:p>
            <a:pPr marL="285750" indent="-285750">
              <a:buFont typeface="Wingdings" panose="05000000000000000000" pitchFamily="2" charset="2"/>
              <a:buChar char="Ø"/>
            </a:pPr>
            <a:r>
              <a:rPr lang="en-US" dirty="0">
                <a:latin typeface="Arial Black" panose="020B0A04020102020204" pitchFamily="34" charset="0"/>
              </a:rPr>
              <a:t>MODULE 2 : </a:t>
            </a:r>
            <a:r>
              <a:rPr lang="en-US" u="sng" dirty="0">
                <a:latin typeface="Arial Black" panose="020B0A04020102020204" pitchFamily="34" charset="0"/>
              </a:rPr>
              <a:t>BOOKING MANAGEMENT MODULE</a:t>
            </a:r>
          </a:p>
          <a:p>
            <a:endParaRPr lang="en-US" u="sng" dirty="0">
              <a:latin typeface="Arial Black" panose="020B0A04020102020204" pitchFamily="34" charset="0"/>
            </a:endParaRPr>
          </a:p>
          <a:p>
            <a:r>
              <a:rPr lang="en-US" dirty="0">
                <a:latin typeface="Times New Roman" panose="02020603050405020304" pitchFamily="18" charset="0"/>
                <a:cs typeface="Times New Roman" panose="02020603050405020304" pitchFamily="18" charset="0"/>
              </a:rPr>
              <a:t>           Focuses on the ticket booking process, managing reservations and cancellations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1. Booking a ticket                  :   </a:t>
            </a:r>
            <a:r>
              <a:rPr lang="en-US" dirty="0">
                <a:latin typeface="Times New Roman" panose="02020603050405020304" pitchFamily="18" charset="0"/>
                <a:cs typeface="Times New Roman" panose="02020603050405020304" pitchFamily="18" charset="0"/>
              </a:rPr>
              <a:t>Allocating a seat for a passenger, updating bus seat </a:t>
            </a:r>
          </a:p>
          <a:p>
            <a:r>
              <a:rPr lang="en-US" dirty="0">
                <a:latin typeface="Times New Roman" panose="02020603050405020304" pitchFamily="18" charset="0"/>
                <a:cs typeface="Times New Roman" panose="02020603050405020304" pitchFamily="18" charset="0"/>
              </a:rPr>
              <a:t>								       availability</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2. Cancelling a ticket              :   </a:t>
            </a:r>
            <a:r>
              <a:rPr lang="en-US" dirty="0">
                <a:latin typeface="Times New Roman" panose="02020603050405020304" pitchFamily="18" charset="0"/>
                <a:cs typeface="Times New Roman" panose="02020603050405020304" pitchFamily="18" charset="0"/>
              </a:rPr>
              <a:t>Releasing a booked seat, updating the booking status.</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                 3. Checking booking details   :</a:t>
            </a:r>
            <a:r>
              <a:rPr lang="en-US" dirty="0">
                <a:latin typeface="Times New Roman" panose="02020603050405020304" pitchFamily="18" charset="0"/>
                <a:cs typeface="Times New Roman" panose="02020603050405020304" pitchFamily="18" charset="0"/>
              </a:rPr>
              <a:t>   Retrieving and displaying details of specific bookings</a:t>
            </a:r>
            <a:r>
              <a:rPr lang="en-US" b="1" dirty="0">
                <a:latin typeface="Times New Roman" panose="02020603050405020304" pitchFamily="18" charset="0"/>
                <a:cs typeface="Times New Roman" panose="02020603050405020304" pitchFamily="18" charset="0"/>
              </a:rPr>
              <a:t>.</a:t>
            </a:r>
          </a:p>
          <a:p>
            <a:endParaRPr lang="en-US" b="1"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124000"/>
      </p:ext>
    </p:extLst>
  </p:cSld>
  <p:clrMapOvr>
    <a:masterClrMapping/>
  </p:clrMapOvr>
  <p:transition spd="slow">
    <p:randomBar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E5B0D04B-174B-4B0F-B944-A74C253DF8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362" y="207963"/>
            <a:ext cx="10668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3" name="Picture 2" descr="A blue and white logo&#10;&#10;Description automatically generated">
            <a:extLst>
              <a:ext uri="{FF2B5EF4-FFF2-40B4-BE49-F238E27FC236}">
                <a16:creationId xmlns:a16="http://schemas.microsoft.com/office/drawing/2014/main" id="{CF56DA86-AB79-4140-873B-A3D195F80B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91336" y="207963"/>
            <a:ext cx="1334499" cy="904875"/>
          </a:xfrm>
          <a:prstGeom prst="rect">
            <a:avLst/>
          </a:prstGeom>
        </p:spPr>
      </p:pic>
      <p:sp>
        <p:nvSpPr>
          <p:cNvPr id="4" name="TextBox 3">
            <a:extLst>
              <a:ext uri="{FF2B5EF4-FFF2-40B4-BE49-F238E27FC236}">
                <a16:creationId xmlns:a16="http://schemas.microsoft.com/office/drawing/2014/main" id="{E41D5942-4801-4197-9494-118C14B409A2}"/>
              </a:ext>
            </a:extLst>
          </p:cNvPr>
          <p:cNvSpPr txBox="1"/>
          <p:nvPr/>
        </p:nvSpPr>
        <p:spPr>
          <a:xfrm>
            <a:off x="2788023" y="466507"/>
            <a:ext cx="6831105" cy="646331"/>
          </a:xfrm>
          <a:prstGeom prst="rect">
            <a:avLst/>
          </a:prstGeom>
          <a:noFill/>
        </p:spPr>
        <p:txBody>
          <a:bodyPr wrap="square" rtlCol="0">
            <a:spAutoFit/>
          </a:bodyPr>
          <a:lstStyle/>
          <a:p>
            <a:r>
              <a:rPr lang="en-US" sz="2800" dirty="0"/>
              <a:t>       </a:t>
            </a:r>
            <a:r>
              <a:rPr lang="en-US" sz="3600" b="1" dirty="0">
                <a:solidFill>
                  <a:srgbClr val="FF0066"/>
                </a:solidFill>
                <a:latin typeface="Algerian" panose="04020705040A02060702" pitchFamily="82" charset="0"/>
                <a:cs typeface="Arial" panose="020B0604020202020204" pitchFamily="34" charset="0"/>
              </a:rPr>
              <a:t>MODULES INVOLVED</a:t>
            </a:r>
            <a:endParaRPr lang="en-US" sz="3600" dirty="0"/>
          </a:p>
        </p:txBody>
      </p:sp>
      <p:sp>
        <p:nvSpPr>
          <p:cNvPr id="5" name="TextBox 4">
            <a:extLst>
              <a:ext uri="{FF2B5EF4-FFF2-40B4-BE49-F238E27FC236}">
                <a16:creationId xmlns:a16="http://schemas.microsoft.com/office/drawing/2014/main" id="{CB021132-4C48-4A1F-9026-69ABC3D85D02}"/>
              </a:ext>
            </a:extLst>
          </p:cNvPr>
          <p:cNvSpPr txBox="1"/>
          <p:nvPr/>
        </p:nvSpPr>
        <p:spPr>
          <a:xfrm>
            <a:off x="1277470" y="1265238"/>
            <a:ext cx="9637059" cy="4801314"/>
          </a:xfrm>
          <a:prstGeom prst="rect">
            <a:avLst/>
          </a:prstGeom>
          <a:noFill/>
        </p:spPr>
        <p:txBody>
          <a:bodyPr wrap="square" rtlCol="0">
            <a:spAutoFit/>
          </a:bodyPr>
          <a:lstStyle/>
          <a:p>
            <a:r>
              <a:rPr lang="en-US" dirty="0"/>
              <a:t>               </a:t>
            </a:r>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 </a:t>
            </a:r>
            <a:r>
              <a:rPr lang="en-US" dirty="0">
                <a:latin typeface="Arial Black" panose="020B0A04020102020204" pitchFamily="34" charset="0"/>
                <a:cs typeface="Times New Roman" panose="02020603050405020304" pitchFamily="18" charset="0"/>
              </a:rPr>
              <a:t>MODULE 3 : </a:t>
            </a:r>
            <a:r>
              <a:rPr lang="en-US" u="sng" dirty="0">
                <a:latin typeface="Arial Black" panose="020B0A04020102020204" pitchFamily="34" charset="0"/>
                <a:cs typeface="Times New Roman" panose="02020603050405020304" pitchFamily="18" charset="0"/>
              </a:rPr>
              <a:t>PASSENGER MANAGEMENT MODULE</a:t>
            </a:r>
          </a:p>
          <a:p>
            <a:endParaRPr lang="en-US" u="sng" dirty="0">
              <a:latin typeface="Arial Black" panose="020B0A04020102020204" pitchFamily="34" charset="0"/>
              <a:cs typeface="Times New Roman" panose="02020603050405020304" pitchFamily="18" charset="0"/>
            </a:endParaRPr>
          </a:p>
          <a:p>
            <a:r>
              <a:rPr lang="en-US" dirty="0">
                <a:latin typeface="Arial Black" panose="020B0A04020102020204" pitchFamily="34"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Manages details about the passengers using the service:</a:t>
            </a:r>
          </a:p>
          <a:p>
            <a:r>
              <a:rPr lang="en-US" dirty="0">
                <a:latin typeface="Times New Roman" panose="02020603050405020304" pitchFamily="18" charset="0"/>
                <a:cs typeface="Times New Roman" panose="02020603050405020304" pitchFamily="18" charset="0"/>
              </a:rPr>
              <a:t>             </a:t>
            </a:r>
          </a:p>
          <a:p>
            <a:r>
              <a:rPr lang="en-US" b="1" dirty="0">
                <a:latin typeface="Times New Roman" panose="02020603050405020304" pitchFamily="18" charset="0"/>
                <a:cs typeface="Times New Roman" panose="02020603050405020304" pitchFamily="18" charset="0"/>
              </a:rPr>
              <a:t>                  1. Adding passenger details               :</a:t>
            </a:r>
            <a:r>
              <a:rPr lang="en-US" dirty="0">
                <a:latin typeface="Times New Roman" panose="02020603050405020304" pitchFamily="18" charset="0"/>
                <a:cs typeface="Times New Roman" panose="02020603050405020304" pitchFamily="18" charset="0"/>
              </a:rPr>
              <a:t>   Input personal information linked to bookings.</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                  2. Updating passenger information  :</a:t>
            </a:r>
            <a:r>
              <a:rPr lang="en-US" dirty="0">
                <a:latin typeface="Times New Roman" panose="02020603050405020304" pitchFamily="18" charset="0"/>
                <a:cs typeface="Times New Roman" panose="02020603050405020304" pitchFamily="18" charset="0"/>
              </a:rPr>
              <a:t>   Modify existing passenger details.</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                  3. Deleting passenger records           :</a:t>
            </a:r>
            <a:r>
              <a:rPr lang="en-US" dirty="0">
                <a:latin typeface="Times New Roman" panose="02020603050405020304" pitchFamily="18" charset="0"/>
                <a:cs typeface="Times New Roman" panose="02020603050405020304" pitchFamily="18" charset="0"/>
              </a:rPr>
              <a:t>   Remove passenger data when no longer needed.</a:t>
            </a:r>
            <a:endParaRPr lang="en-US" dirty="0">
              <a:latin typeface="Arial Black" panose="020B0A04020102020204" pitchFamily="34" charset="0"/>
              <a:cs typeface="Times New Roman" panose="02020603050405020304" pitchFamily="18" charset="0"/>
            </a:endParaRPr>
          </a:p>
          <a:p>
            <a:endParaRPr lang="en-US" dirty="0">
              <a:latin typeface="Arial Black" panose="020B0A04020102020204" pitchFamily="34" charset="0"/>
              <a:cs typeface="Times New Roman" panose="02020603050405020304" pitchFamily="18" charset="0"/>
            </a:endParaRPr>
          </a:p>
          <a:p>
            <a:endParaRPr lang="en-US" dirty="0">
              <a:latin typeface="Arial Black" panose="020B0A04020102020204" pitchFamily="34" charset="0"/>
              <a:cs typeface="Times New Roman" panose="02020603050405020304" pitchFamily="18" charset="0"/>
            </a:endParaRPr>
          </a:p>
          <a:p>
            <a:endParaRPr lang="en-US" dirty="0">
              <a:latin typeface="Arial Black" panose="020B0A04020102020204" pitchFamily="34" charset="0"/>
              <a:cs typeface="Times New Roman" panose="02020603050405020304" pitchFamily="18" charset="0"/>
            </a:endParaRPr>
          </a:p>
          <a:p>
            <a:endParaRPr lang="en-US" u="sng" dirty="0">
              <a:latin typeface="Arial Black" panose="020B0A04020102020204" pitchFamily="34" charset="0"/>
              <a:cs typeface="Times New Roman" panose="02020603050405020304" pitchFamily="18" charset="0"/>
            </a:endParaRPr>
          </a:p>
          <a:p>
            <a:r>
              <a:rPr lang="en-US" u="sng" dirty="0">
                <a:latin typeface="Arial Black" panose="020B0A04020102020204" pitchFamily="34" charset="0"/>
                <a:cs typeface="Times New Roman" panose="02020603050405020304" pitchFamily="18" charset="0"/>
              </a:rPr>
              <a:t>    </a:t>
            </a:r>
            <a:r>
              <a:rPr lang="en-US" dirty="0">
                <a:latin typeface="Arial Black" panose="020B0A04020102020204" pitchFamily="34" charset="0"/>
                <a:cs typeface="Times New Roman" panose="02020603050405020304" pitchFamily="18" charset="0"/>
              </a:rPr>
              <a:t>      </a:t>
            </a:r>
            <a:endParaRPr lang="en-US"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1309558"/>
      </p:ext>
    </p:extLst>
  </p:cSld>
  <p:clrMapOvr>
    <a:masterClrMapping/>
  </p:clrMapOvr>
  <p:transition spd="slow">
    <p:randomBar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54FB5820-5E7C-4895-97B9-F9813EA5C9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6150" y="207963"/>
            <a:ext cx="10668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3" name="Picture 2" descr="A blue and white logo&#10;&#10;Description automatically generated">
            <a:extLst>
              <a:ext uri="{FF2B5EF4-FFF2-40B4-BE49-F238E27FC236}">
                <a16:creationId xmlns:a16="http://schemas.microsoft.com/office/drawing/2014/main" id="{9798C5D2-C88B-4D1B-8D1B-32D935E3EB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51458" y="207963"/>
            <a:ext cx="1228165" cy="948484"/>
          </a:xfrm>
          <a:prstGeom prst="rect">
            <a:avLst/>
          </a:prstGeom>
        </p:spPr>
      </p:pic>
      <p:sp>
        <p:nvSpPr>
          <p:cNvPr id="4" name="TextBox 3">
            <a:extLst>
              <a:ext uri="{FF2B5EF4-FFF2-40B4-BE49-F238E27FC236}">
                <a16:creationId xmlns:a16="http://schemas.microsoft.com/office/drawing/2014/main" id="{DF88B697-0006-4F4F-89C5-D0C2A4EEBE62}"/>
              </a:ext>
            </a:extLst>
          </p:cNvPr>
          <p:cNvSpPr txBox="1"/>
          <p:nvPr/>
        </p:nvSpPr>
        <p:spPr>
          <a:xfrm>
            <a:off x="2698376" y="313765"/>
            <a:ext cx="5880848" cy="394447"/>
          </a:xfrm>
          <a:prstGeom prst="rect">
            <a:avLst/>
          </a:prstGeom>
          <a:noFill/>
        </p:spPr>
        <p:txBody>
          <a:bodyPr wrap="square" rtlCol="0">
            <a:spAutoFit/>
          </a:bodyPr>
          <a:lstStyle/>
          <a:p>
            <a:endParaRPr lang="en-US" dirty="0"/>
          </a:p>
        </p:txBody>
      </p:sp>
      <p:sp>
        <p:nvSpPr>
          <p:cNvPr id="5" name="TextBox 4">
            <a:extLst>
              <a:ext uri="{FF2B5EF4-FFF2-40B4-BE49-F238E27FC236}">
                <a16:creationId xmlns:a16="http://schemas.microsoft.com/office/drawing/2014/main" id="{FADBB29F-E94D-4CE8-8F46-287CDA238DDB}"/>
              </a:ext>
            </a:extLst>
          </p:cNvPr>
          <p:cNvSpPr txBox="1"/>
          <p:nvPr/>
        </p:nvSpPr>
        <p:spPr>
          <a:xfrm>
            <a:off x="3675529" y="385046"/>
            <a:ext cx="7028330" cy="646331"/>
          </a:xfrm>
          <a:prstGeom prst="rect">
            <a:avLst/>
          </a:prstGeom>
          <a:noFill/>
        </p:spPr>
        <p:txBody>
          <a:bodyPr wrap="square" rtlCol="0">
            <a:spAutoFit/>
          </a:bodyPr>
          <a:lstStyle/>
          <a:p>
            <a:r>
              <a:rPr lang="en-US" sz="3600" b="1" dirty="0">
                <a:solidFill>
                  <a:srgbClr val="FF0066"/>
                </a:solidFill>
                <a:latin typeface="Algerian" panose="04020705040A02060702" pitchFamily="82" charset="0"/>
                <a:cs typeface="Arial" panose="020B0604020202020204" pitchFamily="34" charset="0"/>
              </a:rPr>
              <a:t>MODULES INVOLVED</a:t>
            </a:r>
            <a:endParaRPr lang="en-US" sz="3600" dirty="0"/>
          </a:p>
        </p:txBody>
      </p:sp>
      <p:sp>
        <p:nvSpPr>
          <p:cNvPr id="6" name="TextBox 5">
            <a:extLst>
              <a:ext uri="{FF2B5EF4-FFF2-40B4-BE49-F238E27FC236}">
                <a16:creationId xmlns:a16="http://schemas.microsoft.com/office/drawing/2014/main" id="{05E3CBEB-C7D3-446F-892B-C50D4D4C2F2D}"/>
              </a:ext>
            </a:extLst>
          </p:cNvPr>
          <p:cNvSpPr txBox="1"/>
          <p:nvPr/>
        </p:nvSpPr>
        <p:spPr>
          <a:xfrm>
            <a:off x="1452950" y="2092421"/>
            <a:ext cx="10071179" cy="2862322"/>
          </a:xfrm>
          <a:prstGeom prst="rect">
            <a:avLst/>
          </a:prstGeom>
          <a:noFill/>
        </p:spPr>
        <p:txBody>
          <a:bodyPr wrap="square" rtlCol="0">
            <a:spAutoFit/>
          </a:bodyPr>
          <a:lstStyle/>
          <a:p>
            <a:pPr marL="285750" indent="-285750">
              <a:buFont typeface="Wingdings" panose="05000000000000000000" pitchFamily="2" charset="2"/>
              <a:buChar char="Ø"/>
            </a:pPr>
            <a:r>
              <a:rPr lang="en-US" dirty="0"/>
              <a:t> </a:t>
            </a:r>
            <a:r>
              <a:rPr lang="en-US" dirty="0">
                <a:latin typeface="Arial Black" panose="020B0A04020102020204" pitchFamily="34" charset="0"/>
              </a:rPr>
              <a:t>MODULE 4 : </a:t>
            </a:r>
            <a:r>
              <a:rPr lang="en-US" u="sng" dirty="0">
                <a:latin typeface="Arial Black" panose="020B0A04020102020204" pitchFamily="34" charset="0"/>
              </a:rPr>
              <a:t>DATA STORAGE MODULE</a:t>
            </a:r>
          </a:p>
          <a:p>
            <a:endParaRPr lang="en-US" dirty="0">
              <a:latin typeface="Arial Black" panose="020B0A04020102020204" pitchFamily="34" charset="0"/>
            </a:endParaRPr>
          </a:p>
          <a:p>
            <a:r>
              <a:rPr lang="en-US" dirty="0">
                <a:latin typeface="Arial Black" panose="020B0A04020102020204" pitchFamily="34" charset="0"/>
              </a:rPr>
              <a:t> </a:t>
            </a:r>
            <a:r>
              <a:rPr lang="en-US" dirty="0">
                <a:latin typeface="Times New Roman" panose="02020603050405020304" pitchFamily="18" charset="0"/>
                <a:cs typeface="Times New Roman" panose="02020603050405020304" pitchFamily="18" charset="0"/>
              </a:rPr>
              <a:t>          Handles data storage and retrieval operations, abstracting the specifics of data access.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1. Saving data       :</a:t>
            </a:r>
            <a:r>
              <a:rPr lang="en-US" dirty="0">
                <a:latin typeface="Times New Roman" panose="02020603050405020304" pitchFamily="18" charset="0"/>
                <a:cs typeface="Times New Roman" panose="02020603050405020304" pitchFamily="18" charset="0"/>
              </a:rPr>
              <a:t>  Writing bus, booking, and passenger data to files or other storage systems.</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                 2. Loading data    :  </a:t>
            </a:r>
            <a:r>
              <a:rPr lang="en-US" dirty="0">
                <a:latin typeface="Times New Roman" panose="02020603050405020304" pitchFamily="18" charset="0"/>
                <a:cs typeface="Times New Roman" panose="02020603050405020304" pitchFamily="18" charset="0"/>
              </a:rPr>
              <a:t>Retrieving data from storage when the program starts or when needed.</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3. Searching data :  </a:t>
            </a:r>
            <a:r>
              <a:rPr lang="en-US" dirty="0">
                <a:latin typeface="Times New Roman" panose="02020603050405020304" pitchFamily="18" charset="0"/>
                <a:cs typeface="Times New Roman" panose="02020603050405020304" pitchFamily="18" charset="0"/>
              </a:rPr>
              <a:t>Providing mechanisms to search through stored data based on different </a:t>
            </a:r>
          </a:p>
          <a:p>
            <a:r>
              <a:rPr lang="en-US" dirty="0">
                <a:latin typeface="Times New Roman" panose="02020603050405020304" pitchFamily="18" charset="0"/>
                <a:cs typeface="Times New Roman" panose="02020603050405020304" pitchFamily="18" charset="0"/>
              </a:rPr>
              <a:t>						   criteria.</a:t>
            </a:r>
          </a:p>
        </p:txBody>
      </p:sp>
    </p:spTree>
    <p:extLst>
      <p:ext uri="{BB962C8B-B14F-4D97-AF65-F5344CB8AC3E}">
        <p14:creationId xmlns:p14="http://schemas.microsoft.com/office/powerpoint/2010/main" val="1256832916"/>
      </p:ext>
    </p:extLst>
  </p:cSld>
  <p:clrMapOvr>
    <a:masterClrMapping/>
  </p:clrMapOvr>
  <p:transition spd="slow">
    <p:randomBar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45A1BF-1406-F6F5-BEAA-9760F88C27CF}"/>
              </a:ext>
            </a:extLst>
          </p:cNvPr>
          <p:cNvSpPr txBox="1"/>
          <p:nvPr/>
        </p:nvSpPr>
        <p:spPr>
          <a:xfrm>
            <a:off x="4245428" y="429208"/>
            <a:ext cx="5523723" cy="646331"/>
          </a:xfrm>
          <a:prstGeom prst="rect">
            <a:avLst/>
          </a:prstGeom>
          <a:noFill/>
        </p:spPr>
        <p:txBody>
          <a:bodyPr wrap="square" rtlCol="0">
            <a:spAutoFit/>
          </a:bodyPr>
          <a:lstStyle/>
          <a:p>
            <a:r>
              <a:rPr lang="en-US" sz="3600" b="1" dirty="0">
                <a:solidFill>
                  <a:srgbClr val="FF0066"/>
                </a:solidFill>
                <a:latin typeface="Algerian" panose="04020705040A02060702" pitchFamily="82" charset="0"/>
              </a:rPr>
              <a:t>OUTPUT</a:t>
            </a:r>
          </a:p>
        </p:txBody>
      </p:sp>
      <p:pic>
        <p:nvPicPr>
          <p:cNvPr id="4" name="Picture 3">
            <a:extLst>
              <a:ext uri="{FF2B5EF4-FFF2-40B4-BE49-F238E27FC236}">
                <a16:creationId xmlns:a16="http://schemas.microsoft.com/office/drawing/2014/main" id="{BF741741-7978-4DE2-10C2-74408E81BA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8555" y="1278295"/>
            <a:ext cx="6055568" cy="5290456"/>
          </a:xfrm>
          <a:prstGeom prst="rect">
            <a:avLst/>
          </a:prstGeom>
        </p:spPr>
      </p:pic>
      <p:pic>
        <p:nvPicPr>
          <p:cNvPr id="5" name="Picture 2">
            <a:extLst>
              <a:ext uri="{FF2B5EF4-FFF2-40B4-BE49-F238E27FC236}">
                <a16:creationId xmlns:a16="http://schemas.microsoft.com/office/drawing/2014/main" id="{AA08B285-4C89-2027-985D-81290C10D2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362" y="217294"/>
            <a:ext cx="10668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6" name="Picture 5" descr="A blue and white logo&#10;&#10;Description automatically generated">
            <a:extLst>
              <a:ext uri="{FF2B5EF4-FFF2-40B4-BE49-F238E27FC236}">
                <a16:creationId xmlns:a16="http://schemas.microsoft.com/office/drawing/2014/main" id="{C62147A2-1D53-5967-E86D-D4B59A9170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7670" y="325489"/>
            <a:ext cx="1192307" cy="1092149"/>
          </a:xfrm>
          <a:prstGeom prst="rect">
            <a:avLst/>
          </a:prstGeom>
        </p:spPr>
      </p:pic>
    </p:spTree>
    <p:extLst>
      <p:ext uri="{BB962C8B-B14F-4D97-AF65-F5344CB8AC3E}">
        <p14:creationId xmlns:p14="http://schemas.microsoft.com/office/powerpoint/2010/main" val="26612547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2FE1578-4815-DDA6-2604-1E7FFA6DAA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6832" y="1828800"/>
            <a:ext cx="7464490" cy="3424335"/>
          </a:xfrm>
          <a:prstGeom prst="rect">
            <a:avLst/>
          </a:prstGeom>
        </p:spPr>
      </p:pic>
      <p:sp>
        <p:nvSpPr>
          <p:cNvPr id="4" name="TextBox 3">
            <a:extLst>
              <a:ext uri="{FF2B5EF4-FFF2-40B4-BE49-F238E27FC236}">
                <a16:creationId xmlns:a16="http://schemas.microsoft.com/office/drawing/2014/main" id="{26343A71-BCFB-B12A-D5E3-6ECD8022BDCD}"/>
              </a:ext>
            </a:extLst>
          </p:cNvPr>
          <p:cNvSpPr txBox="1"/>
          <p:nvPr/>
        </p:nvSpPr>
        <p:spPr>
          <a:xfrm>
            <a:off x="4245428" y="429208"/>
            <a:ext cx="5523723" cy="646331"/>
          </a:xfrm>
          <a:prstGeom prst="rect">
            <a:avLst/>
          </a:prstGeom>
          <a:noFill/>
        </p:spPr>
        <p:txBody>
          <a:bodyPr wrap="square" rtlCol="0">
            <a:spAutoFit/>
          </a:bodyPr>
          <a:lstStyle/>
          <a:p>
            <a:r>
              <a:rPr lang="en-US" sz="3600" b="1" dirty="0">
                <a:solidFill>
                  <a:srgbClr val="FF0066"/>
                </a:solidFill>
                <a:latin typeface="Algerian" panose="04020705040A02060702" pitchFamily="82" charset="0"/>
              </a:rPr>
              <a:t>OUTPUT</a:t>
            </a:r>
          </a:p>
        </p:txBody>
      </p:sp>
      <p:pic>
        <p:nvPicPr>
          <p:cNvPr id="5" name="Picture 2">
            <a:extLst>
              <a:ext uri="{FF2B5EF4-FFF2-40B4-BE49-F238E27FC236}">
                <a16:creationId xmlns:a16="http://schemas.microsoft.com/office/drawing/2014/main" id="{97984F10-8555-16DA-8A24-7ACA527480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362" y="217294"/>
            <a:ext cx="10668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6" name="Picture 5" descr="A blue and white logo&#10;&#10;Description automatically generated">
            <a:extLst>
              <a:ext uri="{FF2B5EF4-FFF2-40B4-BE49-F238E27FC236}">
                <a16:creationId xmlns:a16="http://schemas.microsoft.com/office/drawing/2014/main" id="{C5B203A8-0591-514A-B16F-59EC202B08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7670" y="334820"/>
            <a:ext cx="1192307" cy="1092149"/>
          </a:xfrm>
          <a:prstGeom prst="rect">
            <a:avLst/>
          </a:prstGeom>
        </p:spPr>
      </p:pic>
    </p:spTree>
    <p:extLst>
      <p:ext uri="{BB962C8B-B14F-4D97-AF65-F5344CB8AC3E}">
        <p14:creationId xmlns:p14="http://schemas.microsoft.com/office/powerpoint/2010/main" val="24783304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1AEEE13-1CDA-8569-8AA9-8A41A8A496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87012" y="1166327"/>
            <a:ext cx="4506685" cy="5066522"/>
          </a:xfrm>
          <a:prstGeom prst="rect">
            <a:avLst/>
          </a:prstGeom>
        </p:spPr>
      </p:pic>
      <p:sp>
        <p:nvSpPr>
          <p:cNvPr id="4" name="TextBox 3">
            <a:extLst>
              <a:ext uri="{FF2B5EF4-FFF2-40B4-BE49-F238E27FC236}">
                <a16:creationId xmlns:a16="http://schemas.microsoft.com/office/drawing/2014/main" id="{6E058BE7-D213-095F-6948-24C27FBE0A63}"/>
              </a:ext>
            </a:extLst>
          </p:cNvPr>
          <p:cNvSpPr txBox="1"/>
          <p:nvPr/>
        </p:nvSpPr>
        <p:spPr>
          <a:xfrm>
            <a:off x="4245428" y="429208"/>
            <a:ext cx="5523723" cy="646331"/>
          </a:xfrm>
          <a:prstGeom prst="rect">
            <a:avLst/>
          </a:prstGeom>
          <a:noFill/>
        </p:spPr>
        <p:txBody>
          <a:bodyPr wrap="square" rtlCol="0">
            <a:spAutoFit/>
          </a:bodyPr>
          <a:lstStyle/>
          <a:p>
            <a:r>
              <a:rPr lang="en-US" sz="3600" b="1" dirty="0">
                <a:solidFill>
                  <a:srgbClr val="FF0066"/>
                </a:solidFill>
                <a:latin typeface="Algerian" panose="04020705040A02060702" pitchFamily="82" charset="0"/>
              </a:rPr>
              <a:t>OUTPUT</a:t>
            </a:r>
          </a:p>
        </p:txBody>
      </p:sp>
      <p:pic>
        <p:nvPicPr>
          <p:cNvPr id="5" name="Picture 2">
            <a:extLst>
              <a:ext uri="{FF2B5EF4-FFF2-40B4-BE49-F238E27FC236}">
                <a16:creationId xmlns:a16="http://schemas.microsoft.com/office/drawing/2014/main" id="{1149B334-8A5E-C248-531E-D002C1879B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362" y="207963"/>
            <a:ext cx="10668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6" name="Picture 5" descr="A blue and white logo&#10;&#10;Description automatically generated">
            <a:extLst>
              <a:ext uri="{FF2B5EF4-FFF2-40B4-BE49-F238E27FC236}">
                <a16:creationId xmlns:a16="http://schemas.microsoft.com/office/drawing/2014/main" id="{A3AF2FCD-B292-B688-DF76-ACA16906461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7670" y="325489"/>
            <a:ext cx="1192307" cy="1092149"/>
          </a:xfrm>
          <a:prstGeom prst="rect">
            <a:avLst/>
          </a:prstGeom>
        </p:spPr>
      </p:pic>
    </p:spTree>
    <p:extLst>
      <p:ext uri="{BB962C8B-B14F-4D97-AF65-F5344CB8AC3E}">
        <p14:creationId xmlns:p14="http://schemas.microsoft.com/office/powerpoint/2010/main" val="18450210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B7C7D1C-E5D4-370C-0E3B-183B829825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40359" y="1838130"/>
            <a:ext cx="3943888" cy="3788229"/>
          </a:xfrm>
          <a:prstGeom prst="rect">
            <a:avLst/>
          </a:prstGeom>
        </p:spPr>
      </p:pic>
      <p:sp>
        <p:nvSpPr>
          <p:cNvPr id="4" name="TextBox 3">
            <a:extLst>
              <a:ext uri="{FF2B5EF4-FFF2-40B4-BE49-F238E27FC236}">
                <a16:creationId xmlns:a16="http://schemas.microsoft.com/office/drawing/2014/main" id="{AD85DB78-1C56-FA83-21A3-E3E2026FD459}"/>
              </a:ext>
            </a:extLst>
          </p:cNvPr>
          <p:cNvSpPr txBox="1"/>
          <p:nvPr/>
        </p:nvSpPr>
        <p:spPr>
          <a:xfrm>
            <a:off x="4245428" y="429208"/>
            <a:ext cx="5523723" cy="646331"/>
          </a:xfrm>
          <a:prstGeom prst="rect">
            <a:avLst/>
          </a:prstGeom>
          <a:noFill/>
        </p:spPr>
        <p:txBody>
          <a:bodyPr wrap="square" rtlCol="0">
            <a:spAutoFit/>
          </a:bodyPr>
          <a:lstStyle/>
          <a:p>
            <a:r>
              <a:rPr lang="en-US" sz="3600" b="1" dirty="0">
                <a:solidFill>
                  <a:srgbClr val="FF0066"/>
                </a:solidFill>
                <a:latin typeface="Algerian" panose="04020705040A02060702" pitchFamily="82" charset="0"/>
              </a:rPr>
              <a:t>OUTPUT</a:t>
            </a:r>
          </a:p>
        </p:txBody>
      </p:sp>
      <p:pic>
        <p:nvPicPr>
          <p:cNvPr id="5" name="Picture 2">
            <a:extLst>
              <a:ext uri="{FF2B5EF4-FFF2-40B4-BE49-F238E27FC236}">
                <a16:creationId xmlns:a16="http://schemas.microsoft.com/office/drawing/2014/main" id="{C1BFE2A9-3F29-7080-8937-068D0D164F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362" y="217294"/>
            <a:ext cx="10668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6" name="Picture 5" descr="A blue and white logo&#10;&#10;Description automatically generated">
            <a:extLst>
              <a:ext uri="{FF2B5EF4-FFF2-40B4-BE49-F238E27FC236}">
                <a16:creationId xmlns:a16="http://schemas.microsoft.com/office/drawing/2014/main" id="{B9CB5C31-BF3D-58DD-E0C0-AC2002B225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7670" y="334820"/>
            <a:ext cx="1192307" cy="1092149"/>
          </a:xfrm>
          <a:prstGeom prst="rect">
            <a:avLst/>
          </a:prstGeom>
        </p:spPr>
      </p:pic>
    </p:spTree>
    <p:extLst>
      <p:ext uri="{BB962C8B-B14F-4D97-AF65-F5344CB8AC3E}">
        <p14:creationId xmlns:p14="http://schemas.microsoft.com/office/powerpoint/2010/main" val="35888743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652C8D2-99CB-AB66-06E2-6950635EF3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23322" y="2071396"/>
            <a:ext cx="5589037" cy="2379306"/>
          </a:xfrm>
          <a:prstGeom prst="rect">
            <a:avLst/>
          </a:prstGeom>
        </p:spPr>
      </p:pic>
      <p:sp>
        <p:nvSpPr>
          <p:cNvPr id="4" name="TextBox 3">
            <a:extLst>
              <a:ext uri="{FF2B5EF4-FFF2-40B4-BE49-F238E27FC236}">
                <a16:creationId xmlns:a16="http://schemas.microsoft.com/office/drawing/2014/main" id="{E4AEBE1E-094E-2ED9-E1A7-776368866039}"/>
              </a:ext>
            </a:extLst>
          </p:cNvPr>
          <p:cNvSpPr txBox="1"/>
          <p:nvPr/>
        </p:nvSpPr>
        <p:spPr>
          <a:xfrm>
            <a:off x="4245428" y="429208"/>
            <a:ext cx="5523723" cy="646331"/>
          </a:xfrm>
          <a:prstGeom prst="rect">
            <a:avLst/>
          </a:prstGeom>
          <a:noFill/>
        </p:spPr>
        <p:txBody>
          <a:bodyPr wrap="square" rtlCol="0">
            <a:spAutoFit/>
          </a:bodyPr>
          <a:lstStyle/>
          <a:p>
            <a:r>
              <a:rPr lang="en-US" sz="3600" b="1" dirty="0">
                <a:solidFill>
                  <a:srgbClr val="FF0066"/>
                </a:solidFill>
                <a:latin typeface="Algerian" panose="04020705040A02060702" pitchFamily="82" charset="0"/>
              </a:rPr>
              <a:t>OUTPUT</a:t>
            </a:r>
          </a:p>
        </p:txBody>
      </p:sp>
      <p:pic>
        <p:nvPicPr>
          <p:cNvPr id="5" name="Picture 2">
            <a:extLst>
              <a:ext uri="{FF2B5EF4-FFF2-40B4-BE49-F238E27FC236}">
                <a16:creationId xmlns:a16="http://schemas.microsoft.com/office/drawing/2014/main" id="{5D8CA833-43A6-87DD-31B0-B9706BBBA0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362" y="207963"/>
            <a:ext cx="10668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6" name="Picture 5" descr="A blue and white logo&#10;&#10;Description automatically generated">
            <a:extLst>
              <a:ext uri="{FF2B5EF4-FFF2-40B4-BE49-F238E27FC236}">
                <a16:creationId xmlns:a16="http://schemas.microsoft.com/office/drawing/2014/main" id="{5D1629B6-4767-5064-B315-A60D2D02E8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7670" y="325489"/>
            <a:ext cx="1192307" cy="1092149"/>
          </a:xfrm>
          <a:prstGeom prst="rect">
            <a:avLst/>
          </a:prstGeom>
        </p:spPr>
      </p:pic>
    </p:spTree>
    <p:extLst>
      <p:ext uri="{BB962C8B-B14F-4D97-AF65-F5344CB8AC3E}">
        <p14:creationId xmlns:p14="http://schemas.microsoft.com/office/powerpoint/2010/main" val="9919508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6084B8-19AD-07C2-9F4D-4F24111D2EF8}"/>
              </a:ext>
            </a:extLst>
          </p:cNvPr>
          <p:cNvSpPr txBox="1"/>
          <p:nvPr/>
        </p:nvSpPr>
        <p:spPr>
          <a:xfrm>
            <a:off x="3275045" y="289249"/>
            <a:ext cx="4170784" cy="646331"/>
          </a:xfrm>
          <a:prstGeom prst="rect">
            <a:avLst/>
          </a:prstGeom>
          <a:noFill/>
        </p:spPr>
        <p:txBody>
          <a:bodyPr wrap="square" rtlCol="0">
            <a:spAutoFit/>
          </a:bodyPr>
          <a:lstStyle/>
          <a:p>
            <a:r>
              <a:rPr lang="en-US" sz="3600" b="1" dirty="0">
                <a:solidFill>
                  <a:srgbClr val="FF0066"/>
                </a:solidFill>
                <a:latin typeface="Algerian" panose="04020705040A02060702" pitchFamily="82" charset="0"/>
              </a:rPr>
              <a:t>applications</a:t>
            </a:r>
          </a:p>
        </p:txBody>
      </p:sp>
      <p:sp>
        <p:nvSpPr>
          <p:cNvPr id="4" name="TextBox 3">
            <a:extLst>
              <a:ext uri="{FF2B5EF4-FFF2-40B4-BE49-F238E27FC236}">
                <a16:creationId xmlns:a16="http://schemas.microsoft.com/office/drawing/2014/main" id="{18B64607-D6EC-27CC-FF5F-D8E8E8742A52}"/>
              </a:ext>
            </a:extLst>
          </p:cNvPr>
          <p:cNvSpPr txBox="1"/>
          <p:nvPr/>
        </p:nvSpPr>
        <p:spPr>
          <a:xfrm>
            <a:off x="1054360" y="1417638"/>
            <a:ext cx="9274628" cy="4801314"/>
          </a:xfrm>
          <a:prstGeom prst="rect">
            <a:avLst/>
          </a:prstGeom>
          <a:noFill/>
        </p:spPr>
        <p:txBody>
          <a:bodyPr wrap="square" rtlCol="0">
            <a:spAutoFit/>
          </a:bodyPr>
          <a:lstStyle/>
          <a:p>
            <a:r>
              <a:rPr lang="en-US" sz="2400" b="1" dirty="0">
                <a:solidFill>
                  <a:srgbClr val="0070C0"/>
                </a:solidFill>
                <a:latin typeface="Algerian" panose="04020705040A02060702" pitchFamily="82" charset="0"/>
                <a:cs typeface="Times New Roman" panose="02020603050405020304" pitchFamily="18" charset="0"/>
              </a:rPr>
              <a:t>1.Bus Ticket Booking Management</a:t>
            </a:r>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Purpose</a:t>
            </a:r>
            <a:r>
              <a:rPr lang="en-US" dirty="0">
                <a:latin typeface="Times New Roman" panose="02020603050405020304" pitchFamily="18" charset="0"/>
                <a:cs typeface="Times New Roman" panose="02020603050405020304" pitchFamily="18" charset="0"/>
              </a:rPr>
              <a:t>: To allow users to book bus tickets efficiently.</a:t>
            </a:r>
          </a:p>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Functionality</a:t>
            </a:r>
            <a:r>
              <a:rPr lang="en-US" dirty="0">
                <a:latin typeface="Times New Roman" panose="02020603050405020304" pitchFamily="18" charset="0"/>
                <a:cs typeface="Times New Roman" panose="02020603050405020304" pitchFamily="18" charset="0"/>
              </a:rPr>
              <a:t>: Users can search for available buses based on source, destination, and date. They can book seats and receive booking confirmation. Admins can manage bus schedules and seat availability</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Data Structures Used</a:t>
            </a:r>
            <a:r>
              <a:rPr lang="en-US" dirty="0">
                <a:latin typeface="Times New Roman" panose="02020603050405020304" pitchFamily="18" charset="0"/>
                <a:cs typeface="Times New Roman" panose="02020603050405020304" pitchFamily="18" charset="0"/>
              </a:rPr>
              <a:t>: Linked lists to store user data, bus details, and bookings.</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sz="2400" b="1" dirty="0">
                <a:solidFill>
                  <a:srgbClr val="0070C0"/>
                </a:solidFill>
                <a:latin typeface="Algerian" panose="04020705040A02060702" pitchFamily="82" charset="0"/>
                <a:cs typeface="Times New Roman" panose="02020603050405020304" pitchFamily="18" charset="0"/>
              </a:rPr>
              <a:t>2.Seat Allocation and Management</a:t>
            </a:r>
            <a:r>
              <a:rPr lang="en-US" sz="2400" dirty="0">
                <a:solidFill>
                  <a:srgbClr val="0070C0"/>
                </a:solidFill>
                <a:latin typeface="Times New Roman" panose="02020603050405020304" pitchFamily="18" charset="0"/>
                <a:cs typeface="Times New Roman" panose="02020603050405020304" pitchFamily="18" charset="0"/>
              </a:rPr>
              <a:t>:</a:t>
            </a:r>
          </a:p>
          <a:p>
            <a:endParaRPr lang="en-US" sz="2400" dirty="0">
              <a:solidFill>
                <a:srgbClr val="0070C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Purpose:</a:t>
            </a:r>
            <a:r>
              <a:rPr lang="en-US" dirty="0">
                <a:latin typeface="Times New Roman" panose="02020603050405020304" pitchFamily="18" charset="0"/>
                <a:cs typeface="Times New Roman" panose="02020603050405020304" pitchFamily="18" charset="0"/>
              </a:rPr>
              <a:t> To manage and allocate seats dynamically as users book or cancel tickets.</a:t>
            </a:r>
          </a:p>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Functionality:</a:t>
            </a:r>
            <a:r>
              <a:rPr lang="en-US" dirty="0">
                <a:latin typeface="Times New Roman" panose="02020603050405020304" pitchFamily="18" charset="0"/>
                <a:cs typeface="Times New Roman" panose="02020603050405020304" pitchFamily="18" charset="0"/>
              </a:rPr>
              <a:t> The system tracks available and booked seats in real-time. It ensures that seat allocation is fair and updates availability as transactions occur.</a:t>
            </a:r>
          </a:p>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Data Structures Used:</a:t>
            </a:r>
            <a:r>
              <a:rPr lang="en-US" dirty="0">
                <a:latin typeface="Times New Roman" panose="02020603050405020304" pitchFamily="18" charset="0"/>
                <a:cs typeface="Times New Roman" panose="02020603050405020304" pitchFamily="18" charset="0"/>
              </a:rPr>
              <a:t> Arrays or linked lists to manage seats within each bus</a:t>
            </a:r>
          </a:p>
        </p:txBody>
      </p:sp>
      <p:pic>
        <p:nvPicPr>
          <p:cNvPr id="3" name="Picture 2">
            <a:extLst>
              <a:ext uri="{FF2B5EF4-FFF2-40B4-BE49-F238E27FC236}">
                <a16:creationId xmlns:a16="http://schemas.microsoft.com/office/drawing/2014/main" id="{7CA9E128-C4CB-4223-0B8E-128F93476B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395" y="146375"/>
            <a:ext cx="10668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5" name="Picture 4" descr="A blue and white logo&#10;&#10;Description automatically generated">
            <a:extLst>
              <a:ext uri="{FF2B5EF4-FFF2-40B4-BE49-F238E27FC236}">
                <a16:creationId xmlns:a16="http://schemas.microsoft.com/office/drawing/2014/main" id="{F25980B2-5E93-E3E0-2E6E-1DFAF581C9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7670" y="325489"/>
            <a:ext cx="1192307" cy="1092149"/>
          </a:xfrm>
          <a:prstGeom prst="rect">
            <a:avLst/>
          </a:prstGeom>
        </p:spPr>
      </p:pic>
    </p:spTree>
    <p:extLst>
      <p:ext uri="{BB962C8B-B14F-4D97-AF65-F5344CB8AC3E}">
        <p14:creationId xmlns:p14="http://schemas.microsoft.com/office/powerpoint/2010/main" val="14402202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4A8106-BD68-D3B9-95D2-229C62D59DA9}"/>
              </a:ext>
            </a:extLst>
          </p:cNvPr>
          <p:cNvSpPr txBox="1"/>
          <p:nvPr/>
        </p:nvSpPr>
        <p:spPr>
          <a:xfrm>
            <a:off x="3452327" y="354563"/>
            <a:ext cx="4086808" cy="923330"/>
          </a:xfrm>
          <a:prstGeom prst="rect">
            <a:avLst/>
          </a:prstGeom>
          <a:noFill/>
        </p:spPr>
        <p:txBody>
          <a:bodyPr wrap="square" rtlCol="0">
            <a:spAutoFit/>
          </a:bodyPr>
          <a:lstStyle/>
          <a:p>
            <a:r>
              <a:rPr lang="en-US" sz="3600" b="1" dirty="0">
                <a:solidFill>
                  <a:srgbClr val="FF0066"/>
                </a:solidFill>
                <a:latin typeface="Algerian" panose="04020705040A02060702" pitchFamily="82" charset="0"/>
              </a:rPr>
              <a:t>applications</a:t>
            </a:r>
          </a:p>
          <a:p>
            <a:endParaRPr lang="en-US" dirty="0"/>
          </a:p>
        </p:txBody>
      </p:sp>
      <p:sp>
        <p:nvSpPr>
          <p:cNvPr id="3" name="TextBox 2">
            <a:extLst>
              <a:ext uri="{FF2B5EF4-FFF2-40B4-BE49-F238E27FC236}">
                <a16:creationId xmlns:a16="http://schemas.microsoft.com/office/drawing/2014/main" id="{87E34AEB-D5F2-A478-DEEB-E630CBC79581}"/>
              </a:ext>
            </a:extLst>
          </p:cNvPr>
          <p:cNvSpPr txBox="1"/>
          <p:nvPr/>
        </p:nvSpPr>
        <p:spPr>
          <a:xfrm>
            <a:off x="1026367" y="1604464"/>
            <a:ext cx="9470571" cy="4401205"/>
          </a:xfrm>
          <a:prstGeom prst="rect">
            <a:avLst/>
          </a:prstGeom>
          <a:noFill/>
        </p:spPr>
        <p:txBody>
          <a:bodyPr wrap="square" rtlCol="0">
            <a:spAutoFit/>
          </a:bodyPr>
          <a:lstStyle/>
          <a:p>
            <a:r>
              <a:rPr lang="en-US" sz="2400" b="1" u="sng" dirty="0">
                <a:solidFill>
                  <a:srgbClr val="002060"/>
                </a:solidFill>
                <a:latin typeface="Arial Black" panose="020B0A04020102020204" pitchFamily="34" charset="0"/>
              </a:rPr>
              <a:t>HOW EACH APPLICATION WORKS </a:t>
            </a:r>
            <a:r>
              <a:rPr lang="en-US" dirty="0">
                <a:latin typeface="Arial Black" panose="020B0A04020102020204" pitchFamily="34" charset="0"/>
              </a:rPr>
              <a:t>:</a:t>
            </a:r>
          </a:p>
          <a:p>
            <a:endParaRPr lang="en-US" dirty="0">
              <a:latin typeface="Arial Black" panose="020B0A04020102020204" pitchFamily="34" charset="0"/>
            </a:endParaRPr>
          </a:p>
          <a:p>
            <a:endParaRPr lang="en-US" dirty="0">
              <a:latin typeface="Arial Black" panose="020B0A04020102020204" pitchFamily="34" charset="0"/>
            </a:endParaRPr>
          </a:p>
          <a:p>
            <a:endParaRPr lang="en-US" dirty="0">
              <a:latin typeface="Arial Black" panose="020B0A04020102020204" pitchFamily="34" charset="0"/>
            </a:endParaRPr>
          </a:p>
          <a:p>
            <a:r>
              <a:rPr lang="en-US" sz="2000" b="1" dirty="0">
                <a:latin typeface="Algerian" panose="04020705040A02060702" pitchFamily="82" charset="0"/>
                <a:cs typeface="Times New Roman" panose="02020603050405020304" pitchFamily="18" charset="0"/>
              </a:rPr>
              <a:t>1.Bus Ticket Booking Management</a:t>
            </a:r>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When a user searches for buses, the system traverses the linked list of buses to find matches.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Booking involves updating the bus’s seat availability and adding a booking record to the bookings linked list.</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sz="2000" b="1" dirty="0">
                <a:latin typeface="Algerian" panose="04020705040A02060702" pitchFamily="82" charset="0"/>
                <a:cs typeface="Times New Roman" panose="02020603050405020304" pitchFamily="18" charset="0"/>
              </a:rPr>
              <a:t>2.Seat Allocation and Management</a:t>
            </a:r>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Each bus maintains an array or linked list representing seats.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When a booking is made, the system marks the corresponding seat as booked.</a:t>
            </a:r>
          </a:p>
        </p:txBody>
      </p:sp>
      <p:pic>
        <p:nvPicPr>
          <p:cNvPr id="4" name="Picture 2">
            <a:extLst>
              <a:ext uri="{FF2B5EF4-FFF2-40B4-BE49-F238E27FC236}">
                <a16:creationId xmlns:a16="http://schemas.microsoft.com/office/drawing/2014/main" id="{98E5CA6C-9F1E-69A3-0108-4B78CF3049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362" y="207963"/>
            <a:ext cx="10668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5" name="Picture 4" descr="A blue and white logo&#10;&#10;Description automatically generated">
            <a:extLst>
              <a:ext uri="{FF2B5EF4-FFF2-40B4-BE49-F238E27FC236}">
                <a16:creationId xmlns:a16="http://schemas.microsoft.com/office/drawing/2014/main" id="{D37B2EC3-7ECF-7791-B9B8-50029EF110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7670" y="325489"/>
            <a:ext cx="1192307" cy="1092149"/>
          </a:xfrm>
          <a:prstGeom prst="rect">
            <a:avLst/>
          </a:prstGeom>
        </p:spPr>
      </p:pic>
    </p:spTree>
    <p:extLst>
      <p:ext uri="{BB962C8B-B14F-4D97-AF65-F5344CB8AC3E}">
        <p14:creationId xmlns:p14="http://schemas.microsoft.com/office/powerpoint/2010/main" val="4725374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AB3CD98-7B9E-81C4-BE2F-7FA958257824}"/>
              </a:ext>
            </a:extLst>
          </p:cNvPr>
          <p:cNvSpPr txBox="1"/>
          <p:nvPr/>
        </p:nvSpPr>
        <p:spPr>
          <a:xfrm>
            <a:off x="3648270" y="317241"/>
            <a:ext cx="4413379" cy="646331"/>
          </a:xfrm>
          <a:prstGeom prst="rect">
            <a:avLst/>
          </a:prstGeom>
          <a:noFill/>
        </p:spPr>
        <p:txBody>
          <a:bodyPr wrap="square" rtlCol="0">
            <a:spAutoFit/>
          </a:bodyPr>
          <a:lstStyle/>
          <a:p>
            <a:r>
              <a:rPr lang="en-US" sz="3600" b="1" dirty="0">
                <a:solidFill>
                  <a:srgbClr val="FF0066"/>
                </a:solidFill>
                <a:latin typeface="Algerian" panose="04020705040A02060702" pitchFamily="82" charset="0"/>
              </a:rPr>
              <a:t>CONCLUSION</a:t>
            </a:r>
          </a:p>
        </p:txBody>
      </p:sp>
      <p:sp>
        <p:nvSpPr>
          <p:cNvPr id="3" name="TextBox 2">
            <a:extLst>
              <a:ext uri="{FF2B5EF4-FFF2-40B4-BE49-F238E27FC236}">
                <a16:creationId xmlns:a16="http://schemas.microsoft.com/office/drawing/2014/main" id="{DE0AB9CB-E76D-E8F7-989F-81CB24119A37}"/>
              </a:ext>
            </a:extLst>
          </p:cNvPr>
          <p:cNvSpPr txBox="1"/>
          <p:nvPr/>
        </p:nvSpPr>
        <p:spPr>
          <a:xfrm>
            <a:off x="541175" y="1530220"/>
            <a:ext cx="10235682" cy="4431983"/>
          </a:xfrm>
          <a:prstGeom prst="rect">
            <a:avLst/>
          </a:prstGeom>
          <a:noFill/>
        </p:spPr>
        <p:txBody>
          <a:bodyPr wrap="square" rtlCol="0">
            <a:spAutoFit/>
          </a:bodyPr>
          <a:lstStyle/>
          <a:p>
            <a:pPr marL="342900" indent="-342900" algn="jus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		In conclusion, the bus ticket booking project using data structures in C demonstrates the practical application of various data structures to solve a real-world problem. The project effectively uses arrays, linked lists, and possibly other data structures to manage and organize data related to bus schedules, seat availability, customer bookings, and transactions</a:t>
            </a:r>
            <a:r>
              <a:rPr lang="en-US" dirty="0">
                <a:latin typeface="Times New Roman" panose="02020603050405020304" pitchFamily="18" charset="0"/>
                <a:cs typeface="Times New Roman" panose="02020603050405020304" pitchFamily="18" charset="0"/>
              </a:rPr>
              <a:t>.</a:t>
            </a:r>
          </a:p>
          <a:p>
            <a:pPr marL="285750" indent="-28575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		</a:t>
            </a:r>
          </a:p>
          <a:p>
            <a:pPr marL="342900" indent="-342900" algn="jus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		Overall, the bus ticket booking project using data structures in C serves as a comprehensive example of how fundamental programming concepts can be applied to build functional and efficient software solutions. This project not only reinforces the importance of selecting the right data structures but also highlights the significance of algorithmic thinking in software development.</a:t>
            </a:r>
          </a:p>
        </p:txBody>
      </p:sp>
      <p:pic>
        <p:nvPicPr>
          <p:cNvPr id="4" name="Picture 2">
            <a:extLst>
              <a:ext uri="{FF2B5EF4-FFF2-40B4-BE49-F238E27FC236}">
                <a16:creationId xmlns:a16="http://schemas.microsoft.com/office/drawing/2014/main" id="{DFB6EE24-11D6-1E13-C570-67661ADC51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362" y="207963"/>
            <a:ext cx="10668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6" name="Picture 5" descr="A blue and white logo&#10;&#10;Description automatically generated">
            <a:extLst>
              <a:ext uri="{FF2B5EF4-FFF2-40B4-BE49-F238E27FC236}">
                <a16:creationId xmlns:a16="http://schemas.microsoft.com/office/drawing/2014/main" id="{E2BADBF4-BE3F-B19F-C72B-4591D5B403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7670" y="325489"/>
            <a:ext cx="1192307" cy="1092149"/>
          </a:xfrm>
          <a:prstGeom prst="rect">
            <a:avLst/>
          </a:prstGeom>
        </p:spPr>
      </p:pic>
    </p:spTree>
    <p:extLst>
      <p:ext uri="{BB962C8B-B14F-4D97-AF65-F5344CB8AC3E}">
        <p14:creationId xmlns:p14="http://schemas.microsoft.com/office/powerpoint/2010/main" val="11419189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89699C30-4351-4621-94FC-55DE0DB7D0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6150" y="207963"/>
            <a:ext cx="10668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3" name="Picture 2" descr="A blue and white logo&#10;&#10;Description automatically generated">
            <a:extLst>
              <a:ext uri="{FF2B5EF4-FFF2-40B4-BE49-F238E27FC236}">
                <a16:creationId xmlns:a16="http://schemas.microsoft.com/office/drawing/2014/main" id="{D30AE0CF-3E79-4811-97C4-D7FF4280C4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6963" y="316754"/>
            <a:ext cx="1228165" cy="948484"/>
          </a:xfrm>
          <a:prstGeom prst="rect">
            <a:avLst/>
          </a:prstGeom>
        </p:spPr>
      </p:pic>
      <p:sp>
        <p:nvSpPr>
          <p:cNvPr id="4" name="TextBox 3">
            <a:extLst>
              <a:ext uri="{FF2B5EF4-FFF2-40B4-BE49-F238E27FC236}">
                <a16:creationId xmlns:a16="http://schemas.microsoft.com/office/drawing/2014/main" id="{5DC1112C-DD7F-4B05-A3F5-319F6176AFC6}"/>
              </a:ext>
            </a:extLst>
          </p:cNvPr>
          <p:cNvSpPr txBox="1"/>
          <p:nvPr/>
        </p:nvSpPr>
        <p:spPr>
          <a:xfrm>
            <a:off x="4374775" y="546481"/>
            <a:ext cx="7646894" cy="646331"/>
          </a:xfrm>
          <a:prstGeom prst="rect">
            <a:avLst/>
          </a:prstGeom>
          <a:noFill/>
        </p:spPr>
        <p:txBody>
          <a:bodyPr wrap="square" rtlCol="0">
            <a:spAutoFit/>
          </a:bodyPr>
          <a:lstStyle/>
          <a:p>
            <a:r>
              <a:rPr lang="en-US" sz="3600" b="1" dirty="0">
                <a:solidFill>
                  <a:srgbClr val="FF0066"/>
                </a:solidFill>
                <a:latin typeface="Algerian" panose="04020705040A02060702" pitchFamily="82" charset="0"/>
              </a:rPr>
              <a:t>REVIEW</a:t>
            </a:r>
          </a:p>
        </p:txBody>
      </p:sp>
      <p:sp>
        <p:nvSpPr>
          <p:cNvPr id="5" name="TextBox 4">
            <a:extLst>
              <a:ext uri="{FF2B5EF4-FFF2-40B4-BE49-F238E27FC236}">
                <a16:creationId xmlns:a16="http://schemas.microsoft.com/office/drawing/2014/main" id="{3F735730-C63C-48E5-AD2E-E639E0C0E6EB}"/>
              </a:ext>
            </a:extLst>
          </p:cNvPr>
          <p:cNvSpPr txBox="1"/>
          <p:nvPr/>
        </p:nvSpPr>
        <p:spPr>
          <a:xfrm>
            <a:off x="1362635" y="1918447"/>
            <a:ext cx="8095130" cy="1815882"/>
          </a:xfrm>
          <a:prstGeom prst="rect">
            <a:avLst/>
          </a:prstGeom>
          <a:noFill/>
        </p:spPr>
        <p:txBody>
          <a:bodyPr wrap="square" rtlCol="0">
            <a:spAutoFit/>
          </a:bodyPr>
          <a:lstStyle/>
          <a:p>
            <a:pPr algn="just"/>
            <a:r>
              <a:rPr lang="en-US" sz="2800" dirty="0">
                <a:latin typeface="Times New Roman" panose="02020603050405020304" pitchFamily="18" charset="0"/>
                <a:cs typeface="Times New Roman" panose="02020603050405020304" pitchFamily="18" charset="0"/>
              </a:rPr>
              <a:t>Each module works together, ensuring that the bus ticket booking system is robust, user-friendly, and efficient. The modular approach also helps in maintaining and upgrading the system over time</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183573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5FDE55A-1CB3-4054-B3C1-67C9316F16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Ovr>
    <a:masterClrMapping/>
  </p:clrMapOvr>
  <p:transition spd="slow">
    <p:randomBar dir="vert"/>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675</TotalTime>
  <Words>895</Words>
  <Application>Microsoft Office PowerPoint</Application>
  <PresentationFormat>Widescreen</PresentationFormat>
  <Paragraphs>142</Paragraphs>
  <Slides>19</Slides>
  <Notes>6</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Facet</vt:lpstr>
      <vt:lpstr>PowerPoint Presentation</vt:lpstr>
      <vt:lpstr>PRESENTATION OVERVIEW</vt:lpstr>
      <vt:lpstr>PowerPoint Presentation</vt:lpstr>
      <vt:lpstr>PowerPoint Presentation</vt:lpstr>
      <vt:lpstr>PowerPoint Presentation</vt:lpstr>
      <vt:lpstr>MODULES INVOLVED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Matheswaran P</dc:creator>
  <cp:lastModifiedBy>Guest User</cp:lastModifiedBy>
  <cp:revision>23</cp:revision>
  <dcterms:created xsi:type="dcterms:W3CDTF">2023-12-21T13:31:05Z</dcterms:created>
  <dcterms:modified xsi:type="dcterms:W3CDTF">2024-06-06T13:31:26Z</dcterms:modified>
</cp:coreProperties>
</file>